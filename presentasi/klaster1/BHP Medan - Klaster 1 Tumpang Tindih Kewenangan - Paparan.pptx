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65" r:id="rId2"/>
    <p:sldId id="264"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awaban Klaster 1" id="{42D954AB-5964-A28A-8CA9-921A27830BDC}">
          <p14:sldIdLst>
            <p14:sldId id="265"/>
            <p14:sldId id="264"/>
          </p14:sldIdLst>
        </p14:section>
        <p14:section name="Fokus Pengaturan" id="{B03D1171-93E4-F3D6-E8BE-61CBB919F8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D38949-4467-4295-BB9A-57BE3FB083BE}" v="285" dt="2026-10-02T23:42:02.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6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la Natasha" userId="4779005ffd65046d" providerId="LiveId" clId="{EFD38949-4467-4295-BB9A-57BE3FB083BE}"/>
    <pc:docChg chg="undo custSel addSld delSld modSld modSection">
      <pc:chgData name="Shela Natasha" userId="4779005ffd65046d" providerId="LiveId" clId="{EFD38949-4467-4295-BB9A-57BE3FB083BE}" dt="2026-10-02T23:57:40.615" v="366"/>
      <pc:docMkLst>
        <pc:docMk/>
      </pc:docMkLst>
      <pc:sldChg chg="modSp del mod">
        <pc:chgData name="Shela Natasha" userId="4779005ffd65046d" providerId="LiveId" clId="{EFD38949-4467-4295-BB9A-57BE3FB083BE}" dt="2026-10-02T23:54:22.054" v="352"/>
        <pc:sldMkLst>
          <pc:docMk/>
          <pc:sldMk cId="0" sldId="256"/>
        </pc:sldMkLst>
        <pc:spChg chg="mod">
          <ac:chgData name="Shela Natasha" userId="4779005ffd65046d" providerId="LiveId" clId="{EFD38949-4467-4295-BB9A-57BE3FB083BE}" dt="2026-10-02T23:37:17.831" v="250" actId="1036"/>
          <ac:spMkLst>
            <pc:docMk/>
            <pc:sldMk cId="0" sldId="256"/>
            <ac:spMk id="6" creationId="{00000000-0000-0000-0000-000000000000}"/>
          </ac:spMkLst>
        </pc:spChg>
        <pc:spChg chg="mod">
          <ac:chgData name="Shela Natasha" userId="4779005ffd65046d" providerId="LiveId" clId="{EFD38949-4467-4295-BB9A-57BE3FB083BE}" dt="2026-10-02T23:37:31.180" v="251" actId="1076"/>
          <ac:spMkLst>
            <pc:docMk/>
            <pc:sldMk cId="0" sldId="256"/>
            <ac:spMk id="7" creationId="{00000000-0000-0000-0000-000000000000}"/>
          </ac:spMkLst>
        </pc:spChg>
        <pc:spChg chg="mod">
          <ac:chgData name="Shela Natasha" userId="4779005ffd65046d" providerId="LiveId" clId="{EFD38949-4467-4295-BB9A-57BE3FB083BE}" dt="2026-10-02T23:36:43.090" v="202" actId="1035"/>
          <ac:spMkLst>
            <pc:docMk/>
            <pc:sldMk cId="0" sldId="256"/>
            <ac:spMk id="8" creationId="{00000000-0000-0000-0000-000000000000}"/>
          </ac:spMkLst>
        </pc:spChg>
        <pc:spChg chg="mod">
          <ac:chgData name="Shela Natasha" userId="4779005ffd65046d" providerId="LiveId" clId="{EFD38949-4467-4295-BB9A-57BE3FB083BE}" dt="2026-10-02T23:36:23.340" v="189" actId="1035"/>
          <ac:spMkLst>
            <pc:docMk/>
            <pc:sldMk cId="0" sldId="256"/>
            <ac:spMk id="9" creationId="{00000000-0000-0000-0000-000000000000}"/>
          </ac:spMkLst>
        </pc:spChg>
        <pc:spChg chg="mod">
          <ac:chgData name="Shela Natasha" userId="4779005ffd65046d" providerId="LiveId" clId="{EFD38949-4467-4295-BB9A-57BE3FB083BE}" dt="2026-10-02T23:42:02.843" v="350" actId="20577"/>
          <ac:spMkLst>
            <pc:docMk/>
            <pc:sldMk cId="0" sldId="256"/>
            <ac:spMk id="10" creationId="{00000000-0000-0000-0000-000000000000}"/>
          </ac:spMkLst>
        </pc:spChg>
        <pc:spChg chg="mod">
          <ac:chgData name="Shela Natasha" userId="4779005ffd65046d" providerId="LiveId" clId="{EFD38949-4467-4295-BB9A-57BE3FB083BE}" dt="2026-10-02T23:40:53.357" v="329" actId="20577"/>
          <ac:spMkLst>
            <pc:docMk/>
            <pc:sldMk cId="0" sldId="256"/>
            <ac:spMk id="12" creationId="{00000000-0000-0000-0000-000000000000}"/>
          </ac:spMkLst>
        </pc:spChg>
        <pc:spChg chg="mod">
          <ac:chgData name="Shela Natasha" userId="4779005ffd65046d" providerId="LiveId" clId="{EFD38949-4467-4295-BB9A-57BE3FB083BE}" dt="2026-10-02T23:36:32.862" v="191" actId="1076"/>
          <ac:spMkLst>
            <pc:docMk/>
            <pc:sldMk cId="0" sldId="256"/>
            <ac:spMk id="26" creationId="{00000000-0000-0000-0000-000000000000}"/>
          </ac:spMkLst>
        </pc:spChg>
      </pc:sldChg>
      <pc:sldChg chg="del">
        <pc:chgData name="Shela Natasha" userId="4779005ffd65046d" providerId="LiveId" clId="{EFD38949-4467-4295-BB9A-57BE3FB083BE}" dt="2026-10-02T23:56:03.428" v="358"/>
        <pc:sldMkLst>
          <pc:docMk/>
          <pc:sldMk cId="0" sldId="257"/>
        </pc:sldMkLst>
      </pc:sldChg>
      <pc:sldChg chg="add del">
        <pc:chgData name="Shela Natasha" userId="4779005ffd65046d" providerId="LiveId" clId="{EFD38949-4467-4295-BB9A-57BE3FB083BE}" dt="2026-10-02T23:55:06.993" v="354"/>
        <pc:sldMkLst>
          <pc:docMk/>
          <pc:sldMk cId="2259477521" sldId="258"/>
        </pc:sldMkLst>
      </pc:sldChg>
      <pc:sldChg chg="add del">
        <pc:chgData name="Shela Natasha" userId="4779005ffd65046d" providerId="LiveId" clId="{EFD38949-4467-4295-BB9A-57BE3FB083BE}" dt="2026-10-02T23:55:36.445" v="356"/>
        <pc:sldMkLst>
          <pc:docMk/>
          <pc:sldMk cId="1246171106" sldId="259"/>
        </pc:sldMkLst>
      </pc:sldChg>
      <pc:sldChg chg="add del">
        <pc:chgData name="Shela Natasha" userId="4779005ffd65046d" providerId="LiveId" clId="{EFD38949-4467-4295-BB9A-57BE3FB083BE}" dt="2026-10-02T23:57:40.615" v="366"/>
        <pc:sldMkLst>
          <pc:docMk/>
          <pc:sldMk cId="3969774738" sldId="260"/>
        </pc:sldMkLst>
      </pc:sldChg>
      <pc:sldChg chg="add del">
        <pc:chgData name="Shela Natasha" userId="4779005ffd65046d" providerId="LiveId" clId="{EFD38949-4467-4295-BB9A-57BE3FB083BE}" dt="2026-10-02T23:56:37.973" v="360"/>
        <pc:sldMkLst>
          <pc:docMk/>
          <pc:sldMk cId="1058721791" sldId="261"/>
        </pc:sldMkLst>
      </pc:sldChg>
      <pc:sldChg chg="add del">
        <pc:chgData name="Shela Natasha" userId="4779005ffd65046d" providerId="LiveId" clId="{EFD38949-4467-4295-BB9A-57BE3FB083BE}" dt="2026-10-02T23:57:06.777" v="362"/>
        <pc:sldMkLst>
          <pc:docMk/>
          <pc:sldMk cId="1066143820" sldId="262"/>
        </pc:sldMkLst>
      </pc:sldChg>
      <pc:sldChg chg="add del">
        <pc:chgData name="Shela Natasha" userId="4779005ffd65046d" providerId="LiveId" clId="{EFD38949-4467-4295-BB9A-57BE3FB083BE}" dt="2026-10-02T23:57:38.466" v="364"/>
        <pc:sldMkLst>
          <pc:docMk/>
          <pc:sldMk cId="1462728076" sldId="263"/>
        </pc:sldMkLst>
      </pc:sldChg>
      <pc:sldChg chg="add">
        <pc:chgData name="Shela Natasha" userId="4779005ffd65046d" providerId="LiveId" clId="{EFD38949-4467-4295-BB9A-57BE3FB083BE}" dt="2026-10-02T23:57:38.451" v="363"/>
        <pc:sldMkLst>
          <pc:docMk/>
          <pc:sldMk cId="2646818907" sldId="264"/>
        </pc:sldMkLst>
      </pc:sldChg>
      <pc:sldChg chg="add">
        <pc:chgData name="Shela Natasha" userId="4779005ffd65046d" providerId="LiveId" clId="{EFD38949-4467-4295-BB9A-57BE3FB083BE}" dt="2026-10-02T23:57:40.544" v="365"/>
        <pc:sldMkLst>
          <pc:docMk/>
          <pc:sldMk cId="3407621308"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714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menjawab tiga pertanyaan Klaster 1 dengan urutan yang sama dengan Bahan Rapat AHU (01, 02, 03). Setiap jawaban disertai bukti dari laporan pengurusan BHP Medan dan data SIPP. Pita bawah memuat pengalaman BHP Medan (Klaster 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menerjemahkan jawaban slide 1 ke dalam Fokus Pengaturan AHU: kedudukan, pembagian peran, dan ruang penugasan BHP, ditutup dengan pembagian peran koordinasi antarlembaga. Rumusan pasal lengkap ada pada dokumen Narasi.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6492240"/>
            <a:ext cx="7315200" cy="228600"/>
          </a:xfrm>
          <a:prstGeom prst="rect">
            <a:avLst/>
          </a:prstGeom>
          <a:noFill/>
          <a:ln/>
        </p:spPr>
        <p:txBody>
          <a:bodyPr wrap="square" lIns="0" tIns="0" rIns="0" bIns="0" rtlCol="0" anchor="ctr"/>
          <a:lstStyle/>
          <a:p>
            <a:pPr marL="0" indent="0">
              <a:buNone/>
            </a:pPr>
            <a:r>
              <a:rPr lang="en-US" sz="900" dirty="0">
                <a:solidFill>
                  <a:srgbClr val="8C8C8C"/>
                </a:solidFill>
              </a:rPr>
              <a:t>Balai Harta Peninggalan Medan  |  RDP Komisi XIII DPR RI, 6 Oktober 2026</a:t>
            </a:r>
            <a:endParaRPr lang="en-US" sz="900" dirty="0"/>
          </a:p>
        </p:txBody>
      </p:sp>
      <p:sp>
        <p:nvSpPr>
          <p:cNvPr id="3" name="Text 1"/>
          <p:cNvSpPr>
            <a:spLocks noGrp="1"/>
          </p:cNvSpPr>
          <p:nvPr>
            <p:ph type="body" idx="101" hasCustomPrompt="1"/>
          </p:nvPr>
        </p:nvSpPr>
        <p:spPr>
          <a:xfrm>
            <a:off x="457200" y="292608"/>
            <a:ext cx="11247120" cy="274320"/>
          </a:xfrm>
          <a:prstGeom prst="rect">
            <a:avLst/>
          </a:prstGeom>
          <a:noFill/>
          <a:ln/>
        </p:spPr>
        <p:txBody>
          <a:bodyPr wrap="square" rtlCol="0"/>
          <a:lstStyle>
            <a:lvl1pPr marL="0" indent="0">
              <a:buNone/>
              <a:defRPr lang="en-US" sz="1100" b="1" kern="0" spc="200" dirty="0">
                <a:solidFill>
                  <a:schemeClr val="accent2"/>
                </a:solidFill>
              </a:defRPr>
            </a:lvl1pPr>
          </a:lstStyle>
          <a:p>
            <a:pPr marL="0" indent="0">
              <a:buNone/>
            </a:pPr>
            <a:endParaRPr lang="en-US" sz="1100" dirty="0"/>
          </a:p>
        </p:txBody>
      </p:sp>
      <p:sp>
        <p:nvSpPr>
          <p:cNvPr id="4" name="Text 1"/>
          <p:cNvSpPr>
            <a:spLocks noGrp="1"/>
          </p:cNvSpPr>
          <p:nvPr>
            <p:ph type="title" idx="102" hasCustomPrompt="1"/>
          </p:nvPr>
        </p:nvSpPr>
        <p:spPr>
          <a:xfrm>
            <a:off x="457200" y="548640"/>
            <a:ext cx="11247120" cy="548640"/>
          </a:xfrm>
          <a:prstGeom prst="rect">
            <a:avLst/>
          </a:prstGeom>
          <a:noFill/>
          <a:ln/>
        </p:spPr>
        <p:txBody>
          <a:bodyPr wrap="square" rtlCol="0"/>
          <a:lstStyle>
            <a:lvl1pPr marL="0" indent="0" algn="l">
              <a:buNone/>
              <a:defRPr lang="en-US" sz="2800" b="1" dirty="0">
                <a:solidFill>
                  <a:schemeClr val="accent1"/>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C8C8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C8C8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BHP%20Medan%20-%20Tumpang%20Tindih%20Kewenangan%20-%20Data%20Interaktif.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hyperlink" Target="BHP%20Medan%20-%20Tumpang%20Tindih%20Kewenangan%20-%20Data%20Interaktif.html" TargetMode="Externa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292608"/>
            <a:ext cx="11247120" cy="274320"/>
          </a:xfrm>
          <a:prstGeom prst="rect">
            <a:avLst/>
          </a:prstGeom>
          <a:noFill/>
          <a:ln/>
        </p:spPr>
        <p:txBody>
          <a:bodyPr wrap="square" lIns="0" tIns="0" rIns="0" bIns="0" rtlCol="0"/>
          <a:lstStyle/>
          <a:p>
            <a:pPr marL="0" indent="0">
              <a:buNone/>
            </a:pPr>
            <a:r>
              <a:rPr lang="en-US" sz="1100" b="1" kern="0" spc="200" dirty="0">
                <a:solidFill>
                  <a:schemeClr val="accent2"/>
                </a:solidFill>
              </a:rPr>
              <a:t>POKOK BAHASAN 1 KEWENANGAN DAN KOORDINASI  ·  KEDUDUKAN DAN PEMBAGIAN PERAN KURATOR</a:t>
            </a:r>
            <a:endParaRPr lang="en-US" sz="1100" dirty="0"/>
          </a:p>
        </p:txBody>
      </p:sp>
      <p:sp>
        <p:nvSpPr>
          <p:cNvPr id="3" name="Text 1"/>
          <p:cNvSpPr>
            <a:spLocks noGrp="1"/>
          </p:cNvSpPr>
          <p:nvPr>
            <p:ph type="title" idx="102" hasCustomPrompt="1"/>
          </p:nvPr>
        </p:nvSpPr>
        <p:spPr>
          <a:xfrm>
            <a:off x="457200" y="548640"/>
            <a:ext cx="11247120" cy="548640"/>
          </a:xfrm>
          <a:prstGeom prst="rect">
            <a:avLst/>
          </a:prstGeom>
          <a:noFill/>
          <a:ln/>
        </p:spPr>
        <p:txBody>
          <a:bodyPr wrap="square" lIns="0" tIns="0" rIns="0" bIns="0" rtlCol="0" anchor="ctr"/>
          <a:lstStyle/>
          <a:p>
            <a:pPr marL="0" indent="0" algn="l">
              <a:buNone/>
            </a:pPr>
            <a:r>
              <a:rPr lang="en-US" sz="2800" b="1" dirty="0">
                <a:solidFill>
                  <a:schemeClr val="accent1"/>
                </a:solidFill>
                <a:latin typeface="Cambria" pitchFamily="34" charset="0"/>
                <a:ea typeface="Cambria" pitchFamily="34" charset="-122"/>
                <a:cs typeface="Cambria" pitchFamily="34" charset="-120"/>
              </a:rPr>
              <a:t>Jawaban BHP Medan atas Tiga Pertanyaan Klaster 1</a:t>
            </a:r>
            <a:endParaRPr lang="en-US" sz="2800" dirty="0"/>
          </a:p>
        </p:txBody>
      </p:sp>
      <p:sp>
        <p:nvSpPr>
          <p:cNvPr id="4" name="g1_01"/>
          <p:cNvSpPr txBox="1"/>
          <p:nvPr/>
        </p:nvSpPr>
        <p:spPr>
          <a:xfrm>
            <a:off x="457200" y="1143000"/>
            <a:ext cx="8595360" cy="411480"/>
          </a:xfrm>
          <a:prstGeom prst="rect">
            <a:avLst/>
          </a:prstGeom>
          <a:noFill/>
          <a:ln/>
        </p:spPr>
        <p:txBody>
          <a:bodyPr wrap="square" lIns="0" tIns="0" rIns="0" bIns="0" rtlCol="0" anchor="t"/>
          <a:lstStyle/>
          <a:p>
            <a:pPr marL="0" indent="0">
              <a:buNone/>
            </a:pPr>
            <a:r>
              <a:rPr lang="en-US" sz="1200" b="1" dirty="0">
                <a:solidFill>
                  <a:srgbClr val="7A1F2B"/>
                </a:solidFill>
              </a:rPr>
              <a:t>Klaster Tumpang Tindih Kewenangan. </a:t>
            </a:r>
            <a:r>
              <a:rPr lang="en-US" sz="1200" dirty="0">
                <a:solidFill>
                  <a:srgbClr val="6B6B6B"/>
                </a:solidFill>
              </a:rPr>
              <a:t>Tiga kotak di bawah menjawab Pertanyaan 1, 2, dan 3 secara berurutan, masing-masing dengan bukti dari perkara BHP Medan.</a:t>
            </a:r>
            <a:endParaRPr lang="en-US" sz="1200" dirty="0"/>
          </a:p>
        </p:txBody>
      </p:sp>
      <p:sp>
        <p:nvSpPr>
          <p:cNvPr id="5" name="!!card0"/>
          <p:cNvSpPr/>
          <p:nvPr/>
        </p:nvSpPr>
        <p:spPr>
          <a:xfrm>
            <a:off x="457200" y="1600200"/>
            <a:ext cx="3611880" cy="3632200"/>
          </a:xfrm>
          <a:prstGeom prst="roundRect">
            <a:avLst>
              <a:gd name="adj" fmla="val 2577"/>
            </a:avLst>
          </a:prstGeom>
          <a:solidFill>
            <a:srgbClr val="F4F4F6"/>
          </a:solidFill>
          <a:ln w="12700">
            <a:solidFill>
              <a:srgbClr val="F4F4F6"/>
            </a:solidFill>
            <a:prstDash val="solid"/>
          </a:ln>
          <a:effectLst>
            <a:outerShdw blurRad="76200" dist="25400" dir="5400000" algn="bl" rotWithShape="0">
              <a:srgbClr val="000000">
                <a:alpha val="12000"/>
              </a:srgbClr>
            </a:outerShdw>
          </a:effectLst>
        </p:spPr>
        <p:txBody>
          <a:bodyPr/>
          <a:lstStyle/>
          <a:p>
            <a:endParaRPr lang="id-ID"/>
          </a:p>
        </p:txBody>
      </p:sp>
      <p:sp>
        <p:nvSpPr>
          <p:cNvPr id="6" name="g2_02"/>
          <p:cNvSpPr/>
          <p:nvPr/>
        </p:nvSpPr>
        <p:spPr>
          <a:xfrm>
            <a:off x="635000" y="1701800"/>
            <a:ext cx="548640" cy="548640"/>
          </a:xfrm>
          <a:prstGeom prst="ellipse">
            <a:avLst/>
          </a:prstGeom>
          <a:solidFill>
            <a:srgbClr val="7A1F2B"/>
          </a:solidFill>
          <a:ln w="12700">
            <a:solidFill>
              <a:srgbClr val="7A1F2B"/>
            </a:solidFill>
            <a:prstDash val="solid"/>
          </a:ln>
        </p:spPr>
        <p:txBody>
          <a:bodyPr/>
          <a:lstStyle/>
          <a:p>
            <a:endParaRPr lang="id-ID"/>
          </a:p>
        </p:txBody>
      </p:sp>
      <p:sp>
        <p:nvSpPr>
          <p:cNvPr id="7" name="g2_03"/>
          <p:cNvSpPr txBox="1"/>
          <p:nvPr/>
        </p:nvSpPr>
        <p:spPr>
          <a:xfrm>
            <a:off x="635000" y="1701800"/>
            <a:ext cx="548640" cy="548640"/>
          </a:xfrm>
          <a:prstGeom prst="rect">
            <a:avLst/>
          </a:prstGeom>
          <a:noFill/>
          <a:ln/>
        </p:spPr>
        <p:txBody>
          <a:bodyPr wrap="square" lIns="0" tIns="0" rIns="0" bIns="0" rtlCol="0" anchor="ctr"/>
          <a:lstStyle/>
          <a:p>
            <a:pPr marL="0" indent="0" algn="ctr">
              <a:buNone/>
            </a:pPr>
            <a:r>
              <a:rPr lang="en-US" sz="2200" b="1" dirty="0">
                <a:solidFill>
                  <a:srgbClr val="C9A24A"/>
                </a:solidFill>
                <a:latin typeface="Cambria" pitchFamily="34" charset="0"/>
                <a:ea typeface="Cambria" pitchFamily="34" charset="-122"/>
                <a:cs typeface="Cambria" pitchFamily="34" charset="-120"/>
              </a:rPr>
              <a:t>1</a:t>
            </a:r>
            <a:endParaRPr lang="en-US" sz="2200" dirty="0"/>
          </a:p>
        </p:txBody>
      </p:sp>
      <p:sp>
        <p:nvSpPr>
          <p:cNvPr id="8" name="g2_04"/>
          <p:cNvSpPr txBox="1"/>
          <p:nvPr/>
        </p:nvSpPr>
        <p:spPr>
          <a:xfrm>
            <a:off x="1295400" y="1682750"/>
            <a:ext cx="2651760" cy="584200"/>
          </a:xfrm>
          <a:prstGeom prst="rect">
            <a:avLst/>
          </a:prstGeom>
          <a:noFill/>
          <a:ln/>
        </p:spPr>
        <p:txBody>
          <a:bodyPr wrap="square" lIns="0" tIns="0" rIns="0" bIns="0" rtlCol="0" anchor="ctr"/>
          <a:lstStyle/>
          <a:p>
            <a:pPr marL="0" indent="0">
              <a:buNone/>
            </a:pPr>
            <a:r>
              <a:rPr lang="en-US" sz="1050" b="1" kern="0" spc="150" dirty="0">
                <a:solidFill>
                  <a:srgbClr val="8A6A22"/>
                </a:solidFill>
              </a:rPr>
              <a:t>PERTANYAAN 1</a:t>
            </a:r>
            <a:endParaRPr lang="en-US" sz="1050" dirty="0"/>
          </a:p>
          <a:p>
            <a:pPr marL="0" indent="0">
              <a:buNone/>
            </a:pPr>
            <a:r>
              <a:rPr lang="en-US" sz="1600" b="1" dirty="0">
                <a:solidFill>
                  <a:srgbClr val="7A1F2B"/>
                </a:solidFill>
                <a:latin typeface="Cambria" pitchFamily="34" charset="0"/>
                <a:ea typeface="Cambria" pitchFamily="34" charset="-122"/>
                <a:cs typeface="Cambria" pitchFamily="34" charset="-120"/>
              </a:rPr>
              <a:t>Mekanisme dan Kendala</a:t>
            </a:r>
            <a:endParaRPr lang="en-US" sz="1050" dirty="0"/>
          </a:p>
        </p:txBody>
      </p:sp>
      <p:sp>
        <p:nvSpPr>
          <p:cNvPr id="9" name="g2_05"/>
          <p:cNvSpPr txBox="1"/>
          <p:nvPr/>
        </p:nvSpPr>
        <p:spPr>
          <a:xfrm>
            <a:off x="622300" y="2336800"/>
            <a:ext cx="3276600" cy="533400"/>
          </a:xfrm>
          <a:prstGeom prst="rect">
            <a:avLst/>
          </a:prstGeom>
          <a:noFill/>
          <a:ln/>
        </p:spPr>
        <p:txBody>
          <a:bodyPr wrap="square" lIns="0" tIns="0" rIns="0" bIns="0" rtlCol="0" anchor="t"/>
          <a:lstStyle/>
          <a:p>
            <a:pPr marL="0" indent="0">
              <a:buNone/>
            </a:pPr>
            <a:r>
              <a:rPr lang="en-US" sz="1050" i="1" dirty="0">
                <a:solidFill>
                  <a:srgbClr val="555555"/>
                </a:solidFill>
              </a:rPr>
              <a:t>Bagaimana mekanisme BHP sebagai kurator, dan adakah kendala saat berhadapan dengan kurator privat dari asosiasi?</a:t>
            </a:r>
            <a:endParaRPr lang="en-US" sz="1050" dirty="0"/>
          </a:p>
        </p:txBody>
      </p:sp>
      <p:sp>
        <p:nvSpPr>
          <p:cNvPr id="10" name="g2_06"/>
          <p:cNvSpPr txBox="1"/>
          <p:nvPr/>
        </p:nvSpPr>
        <p:spPr>
          <a:xfrm>
            <a:off x="622300" y="2781300"/>
            <a:ext cx="3276600" cy="1574800"/>
          </a:xfrm>
          <a:prstGeom prst="rect">
            <a:avLst/>
          </a:prstGeom>
          <a:noFill/>
          <a:ln/>
        </p:spPr>
        <p:txBody>
          <a:bodyPr wrap="square" lIns="0" tIns="0" rIns="0" bIns="0" rtlCol="0" anchor="t"/>
          <a:lstStyle/>
          <a:p>
            <a:pPr marL="0" indent="0">
              <a:spcAft>
                <a:spcPts val="250"/>
              </a:spcAft>
              <a:buNone/>
            </a:pPr>
            <a:r>
              <a:rPr lang="en-US" sz="1100" b="1" dirty="0" err="1">
                <a:solidFill>
                  <a:srgbClr val="2B2B2B"/>
                </a:solidFill>
              </a:rPr>
              <a:t>Berjalan</a:t>
            </a:r>
            <a:r>
              <a:rPr lang="en-US" sz="1100" b="1" dirty="0">
                <a:solidFill>
                  <a:srgbClr val="2B2B2B"/>
                </a:solidFill>
              </a:rPr>
              <a:t> </a:t>
            </a:r>
            <a:r>
              <a:rPr lang="en-US" sz="1100" b="1" dirty="0" err="1">
                <a:solidFill>
                  <a:srgbClr val="2B2B2B"/>
                </a:solidFill>
              </a:rPr>
              <a:t>sesuai</a:t>
            </a:r>
            <a:r>
              <a:rPr lang="en-US" sz="1100" b="1" dirty="0">
                <a:solidFill>
                  <a:srgbClr val="2B2B2B"/>
                </a:solidFill>
              </a:rPr>
              <a:t> SOP Kepailitan. </a:t>
            </a:r>
            <a:r>
              <a:rPr lang="en-US" sz="1100" dirty="0">
                <a:solidFill>
                  <a:srgbClr val="2B2B2B"/>
                </a:solidFill>
              </a:rPr>
              <a:t>Putusan pengadilan › tim Kurator Keperdataan › pengurusan dan pemberesan di bawah Hakim Pengawas. Imbalan jasa masuk kas negara (PNBP).</a:t>
            </a:r>
            <a:endParaRPr lang="en-US" sz="1100" dirty="0"/>
          </a:p>
          <a:p>
            <a:pPr marL="0" indent="0">
              <a:spcAft>
                <a:spcPts val="250"/>
              </a:spcAft>
              <a:buNone/>
            </a:pPr>
            <a:r>
              <a:rPr lang="en-US" sz="1100" dirty="0">
                <a:solidFill>
                  <a:srgbClr val="2B2B2B"/>
                </a:solidFill>
              </a:rPr>
              <a:t>Yang </a:t>
            </a:r>
            <a:r>
              <a:rPr lang="en-US" sz="1100" dirty="0" err="1">
                <a:solidFill>
                  <a:srgbClr val="2B2B2B"/>
                </a:solidFill>
              </a:rPr>
              <a:t>menjadi</a:t>
            </a:r>
            <a:r>
              <a:rPr lang="en-US" sz="1100" dirty="0">
                <a:solidFill>
                  <a:srgbClr val="2B2B2B"/>
                </a:solidFill>
              </a:rPr>
              <a:t> </a:t>
            </a:r>
            <a:r>
              <a:rPr lang="en-US" sz="1100" dirty="0" err="1">
                <a:solidFill>
                  <a:srgbClr val="2B2B2B"/>
                </a:solidFill>
              </a:rPr>
              <a:t>kendala</a:t>
            </a:r>
            <a:r>
              <a:rPr lang="en-US" sz="1100" dirty="0">
                <a:solidFill>
                  <a:srgbClr val="2B2B2B"/>
                </a:solidFill>
              </a:rPr>
              <a:t> </a:t>
            </a:r>
            <a:r>
              <a:rPr lang="en-US" sz="1100" dirty="0" err="1">
                <a:solidFill>
                  <a:srgbClr val="2B2B2B"/>
                </a:solidFill>
              </a:rPr>
              <a:t>adalah</a:t>
            </a:r>
            <a:r>
              <a:rPr lang="en-US" sz="1100" dirty="0">
                <a:solidFill>
                  <a:srgbClr val="2B2B2B"/>
                </a:solidFill>
              </a:rPr>
              <a:t> </a:t>
            </a:r>
            <a:r>
              <a:rPr lang="en-US" sz="1100" dirty="0" err="1">
                <a:solidFill>
                  <a:srgbClr val="2B2B2B"/>
                </a:solidFill>
              </a:rPr>
              <a:t>ketika</a:t>
            </a:r>
            <a:r>
              <a:rPr lang="en-US" sz="1100" dirty="0">
                <a:solidFill>
                  <a:srgbClr val="2B2B2B"/>
                </a:solidFill>
              </a:rPr>
              <a:t> </a:t>
            </a:r>
            <a:r>
              <a:rPr lang="en-US" sz="1100" dirty="0" err="1">
                <a:solidFill>
                  <a:srgbClr val="2B2B2B"/>
                </a:solidFill>
              </a:rPr>
              <a:t>kurator</a:t>
            </a:r>
            <a:r>
              <a:rPr lang="en-US" sz="1100" dirty="0">
                <a:solidFill>
                  <a:srgbClr val="2B2B2B"/>
                </a:solidFill>
              </a:rPr>
              <a:t> BHP </a:t>
            </a:r>
            <a:r>
              <a:rPr lang="en-US" sz="1100" dirty="0" err="1">
                <a:solidFill>
                  <a:srgbClr val="2B2B2B"/>
                </a:solidFill>
              </a:rPr>
              <a:t>bekerja</a:t>
            </a:r>
            <a:r>
              <a:rPr lang="en-US" sz="1100" dirty="0">
                <a:solidFill>
                  <a:srgbClr val="2B2B2B"/>
                </a:solidFill>
              </a:rPr>
              <a:t> </a:t>
            </a:r>
            <a:r>
              <a:rPr lang="en-US" sz="1100" dirty="0" err="1">
                <a:solidFill>
                  <a:srgbClr val="2B2B2B"/>
                </a:solidFill>
              </a:rPr>
              <a:t>sama</a:t>
            </a:r>
            <a:r>
              <a:rPr lang="en-US" sz="1100" dirty="0">
                <a:solidFill>
                  <a:srgbClr val="2B2B2B"/>
                </a:solidFill>
              </a:rPr>
              <a:t> </a:t>
            </a:r>
            <a:r>
              <a:rPr lang="en-US" sz="1100" dirty="0" err="1">
                <a:solidFill>
                  <a:srgbClr val="2B2B2B"/>
                </a:solidFill>
              </a:rPr>
              <a:t>dengan</a:t>
            </a:r>
            <a:r>
              <a:rPr lang="en-US" sz="1100" dirty="0">
                <a:solidFill>
                  <a:srgbClr val="2B2B2B"/>
                </a:solidFill>
              </a:rPr>
              <a:t> </a:t>
            </a:r>
            <a:r>
              <a:rPr lang="en-US" sz="1100" dirty="0" err="1">
                <a:solidFill>
                  <a:srgbClr val="2B2B2B"/>
                </a:solidFill>
              </a:rPr>
              <a:t>kurator</a:t>
            </a:r>
            <a:r>
              <a:rPr lang="en-US" sz="1100" dirty="0">
                <a:solidFill>
                  <a:srgbClr val="2B2B2B"/>
                </a:solidFill>
              </a:rPr>
              <a:t> </a:t>
            </a:r>
            <a:r>
              <a:rPr lang="en-US" sz="1100" dirty="0" err="1">
                <a:solidFill>
                  <a:srgbClr val="2B2B2B"/>
                </a:solidFill>
              </a:rPr>
              <a:t>perseorangan</a:t>
            </a:r>
            <a:r>
              <a:rPr lang="en-US" sz="1100" dirty="0">
                <a:solidFill>
                  <a:srgbClr val="2B2B2B"/>
                </a:solidFill>
              </a:rPr>
              <a:t>.</a:t>
            </a:r>
          </a:p>
          <a:p>
            <a:pPr marL="0" indent="0">
              <a:spcAft>
                <a:spcPts val="250"/>
              </a:spcAft>
              <a:buNone/>
            </a:pPr>
            <a:r>
              <a:rPr lang="en-US" sz="1100" dirty="0">
                <a:solidFill>
                  <a:srgbClr val="2B2B2B"/>
                </a:solidFill>
              </a:rPr>
              <a:t>Belum </a:t>
            </a:r>
            <a:r>
              <a:rPr lang="en-US" sz="1100" dirty="0" err="1">
                <a:solidFill>
                  <a:srgbClr val="2B2B2B"/>
                </a:solidFill>
              </a:rPr>
              <a:t>ada</a:t>
            </a:r>
            <a:r>
              <a:rPr lang="en-US" sz="1100" dirty="0">
                <a:solidFill>
                  <a:srgbClr val="2B2B2B"/>
                </a:solidFill>
              </a:rPr>
              <a:t> </a:t>
            </a:r>
            <a:r>
              <a:rPr lang="en-US" sz="1100" dirty="0" err="1">
                <a:solidFill>
                  <a:srgbClr val="2B2B2B"/>
                </a:solidFill>
              </a:rPr>
              <a:t>pembagian</a:t>
            </a:r>
            <a:r>
              <a:rPr lang="en-US" sz="1100" dirty="0">
                <a:solidFill>
                  <a:srgbClr val="2B2B2B"/>
                </a:solidFill>
              </a:rPr>
              <a:t> imbalan dan </a:t>
            </a:r>
            <a:r>
              <a:rPr lang="en-US" sz="1100" dirty="0" err="1">
                <a:solidFill>
                  <a:srgbClr val="2B2B2B"/>
                </a:solidFill>
              </a:rPr>
              <a:t>tanggung</a:t>
            </a:r>
            <a:r>
              <a:rPr lang="en-US" sz="1100" dirty="0">
                <a:solidFill>
                  <a:srgbClr val="2B2B2B"/>
                </a:solidFill>
              </a:rPr>
              <a:t> </a:t>
            </a:r>
            <a:r>
              <a:rPr lang="en-US" sz="1100" dirty="0" err="1">
                <a:solidFill>
                  <a:srgbClr val="2B2B2B"/>
                </a:solidFill>
              </a:rPr>
              <a:t>jawab</a:t>
            </a:r>
            <a:r>
              <a:rPr lang="en-US" sz="1100" dirty="0">
                <a:solidFill>
                  <a:srgbClr val="2B2B2B"/>
                </a:solidFill>
              </a:rPr>
              <a:t> yang </a:t>
            </a:r>
            <a:r>
              <a:rPr lang="en-US" sz="1100" dirty="0" err="1">
                <a:solidFill>
                  <a:srgbClr val="2B2B2B"/>
                </a:solidFill>
              </a:rPr>
              <a:t>jelas</a:t>
            </a:r>
            <a:r>
              <a:rPr lang="en-US" sz="1100" dirty="0">
                <a:solidFill>
                  <a:srgbClr val="2B2B2B"/>
                </a:solidFill>
              </a:rPr>
              <a:t>, serah terima dari PKPU, dan standar profesi yang sama.</a:t>
            </a:r>
            <a:endParaRPr lang="en-US" sz="1100" dirty="0"/>
          </a:p>
        </p:txBody>
      </p:sp>
      <p:sp>
        <p:nvSpPr>
          <p:cNvPr id="11" name="g2_07"/>
          <p:cNvSpPr/>
          <p:nvPr/>
        </p:nvSpPr>
        <p:spPr>
          <a:xfrm>
            <a:off x="584200" y="4419600"/>
            <a:ext cx="3352800" cy="736600"/>
          </a:xfrm>
          <a:prstGeom prst="roundRect">
            <a:avLst>
              <a:gd name="adj" fmla="val 7447"/>
            </a:avLst>
          </a:prstGeom>
          <a:solidFill>
            <a:srgbClr val="FFFFFF"/>
          </a:solidFill>
          <a:ln w="9525">
            <a:solidFill>
              <a:srgbClr val="D9D2D4"/>
            </a:solidFill>
            <a:prstDash val="solid"/>
          </a:ln>
        </p:spPr>
        <p:txBody>
          <a:bodyPr/>
          <a:lstStyle/>
          <a:p>
            <a:endParaRPr lang="id-ID"/>
          </a:p>
        </p:txBody>
      </p:sp>
      <p:sp>
        <p:nvSpPr>
          <p:cNvPr id="12" name="g2_08"/>
          <p:cNvSpPr txBox="1"/>
          <p:nvPr/>
        </p:nvSpPr>
        <p:spPr>
          <a:xfrm>
            <a:off x="685800" y="4470400"/>
            <a:ext cx="3149600" cy="660400"/>
          </a:xfrm>
          <a:prstGeom prst="rect">
            <a:avLst/>
          </a:prstGeom>
          <a:noFill/>
          <a:ln/>
        </p:spPr>
        <p:txBody>
          <a:bodyPr wrap="square" lIns="0" tIns="0" rIns="0" bIns="0" rtlCol="0" anchor="t"/>
          <a:lstStyle/>
          <a:p>
            <a:pPr marL="0" indent="0">
              <a:spcAft>
                <a:spcPts val="200"/>
              </a:spcAft>
              <a:buNone/>
            </a:pPr>
            <a:r>
              <a:rPr lang="en-US" sz="1050" b="1" dirty="0">
                <a:solidFill>
                  <a:srgbClr val="8A6A22"/>
                </a:solidFill>
              </a:rPr>
              <a:t>Bukti lapangan</a:t>
            </a:r>
            <a:endParaRPr lang="en-US" sz="1050" dirty="0"/>
          </a:p>
          <a:p>
            <a:pPr>
              <a:spcAft>
                <a:spcPts val="200"/>
              </a:spcAft>
            </a:pPr>
            <a:r>
              <a:rPr lang="en-US" sz="1050" dirty="0">
                <a:solidFill>
                  <a:srgbClr val="2B2B2B"/>
                </a:solidFill>
              </a:rPr>
              <a:t>PT Jasa Prima Mandiri (2015 s.d. 2019): </a:t>
            </a:r>
            <a:r>
              <a:rPr lang="en-US" sz="1050" dirty="0" err="1">
                <a:solidFill>
                  <a:srgbClr val="2B2B2B"/>
                </a:solidFill>
              </a:rPr>
              <a:t>kurator</a:t>
            </a:r>
            <a:r>
              <a:rPr lang="en-US" sz="1050" dirty="0">
                <a:solidFill>
                  <a:srgbClr val="2B2B2B"/>
                </a:solidFill>
              </a:rPr>
              <a:t> BHP </a:t>
            </a:r>
            <a:r>
              <a:rPr lang="en-US" sz="1050" dirty="0" err="1">
                <a:solidFill>
                  <a:srgbClr val="2B2B2B"/>
                </a:solidFill>
              </a:rPr>
              <a:t>bekerja</a:t>
            </a:r>
            <a:r>
              <a:rPr lang="en-US" sz="1050" dirty="0">
                <a:solidFill>
                  <a:srgbClr val="2B2B2B"/>
                </a:solidFill>
              </a:rPr>
              <a:t> </a:t>
            </a:r>
            <a:r>
              <a:rPr lang="en-US" sz="1050" dirty="0" err="1">
                <a:solidFill>
                  <a:srgbClr val="2B2B2B"/>
                </a:solidFill>
              </a:rPr>
              <a:t>sama</a:t>
            </a:r>
            <a:r>
              <a:rPr lang="en-US" sz="1050" dirty="0">
                <a:solidFill>
                  <a:srgbClr val="2B2B2B"/>
                </a:solidFill>
              </a:rPr>
              <a:t> </a:t>
            </a:r>
            <a:r>
              <a:rPr lang="en-US" sz="1050" dirty="0" err="1">
                <a:solidFill>
                  <a:srgbClr val="2B2B2B"/>
                </a:solidFill>
              </a:rPr>
              <a:t>dengan</a:t>
            </a:r>
            <a:r>
              <a:rPr lang="en-US" sz="1050" dirty="0">
                <a:solidFill>
                  <a:srgbClr val="2B2B2B"/>
                </a:solidFill>
              </a:rPr>
              <a:t> </a:t>
            </a:r>
            <a:r>
              <a:rPr lang="en-US" sz="1050" dirty="0" err="1">
                <a:solidFill>
                  <a:srgbClr val="2B2B2B"/>
                </a:solidFill>
              </a:rPr>
              <a:t>kurator</a:t>
            </a:r>
            <a:r>
              <a:rPr lang="en-US" sz="1050" dirty="0">
                <a:solidFill>
                  <a:srgbClr val="2B2B2B"/>
                </a:solidFill>
              </a:rPr>
              <a:t> </a:t>
            </a:r>
            <a:r>
              <a:rPr lang="en-US" sz="1050" dirty="0" err="1">
                <a:solidFill>
                  <a:srgbClr val="2B2B2B"/>
                </a:solidFill>
              </a:rPr>
              <a:t>perseorangan</a:t>
            </a:r>
            <a:r>
              <a:rPr lang="en-US" sz="1050" dirty="0">
                <a:solidFill>
                  <a:srgbClr val="2B2B2B"/>
                </a:solidFill>
              </a:rPr>
              <a:t> an. Kiki </a:t>
            </a:r>
            <a:r>
              <a:rPr lang="en-US" sz="1050" dirty="0" err="1">
                <a:solidFill>
                  <a:srgbClr val="2B2B2B"/>
                </a:solidFill>
              </a:rPr>
              <a:t>Nasirhadi</a:t>
            </a:r>
            <a:r>
              <a:rPr lang="en-US" sz="1050" dirty="0">
                <a:solidFill>
                  <a:srgbClr val="2B2B2B"/>
                </a:solidFill>
              </a:rPr>
              <a:t>, S.H.</a:t>
            </a:r>
            <a:endParaRPr lang="en-US" sz="1050" dirty="0"/>
          </a:p>
        </p:txBody>
      </p:sp>
      <p:sp>
        <p:nvSpPr>
          <p:cNvPr id="13" name="!!card1"/>
          <p:cNvSpPr/>
          <p:nvPr/>
        </p:nvSpPr>
        <p:spPr>
          <a:xfrm>
            <a:off x="4274820" y="1600200"/>
            <a:ext cx="3611880" cy="3632200"/>
          </a:xfrm>
          <a:prstGeom prst="roundRect">
            <a:avLst>
              <a:gd name="adj" fmla="val 2577"/>
            </a:avLst>
          </a:prstGeom>
          <a:solidFill>
            <a:srgbClr val="F4F4F6"/>
          </a:solidFill>
          <a:ln w="12700">
            <a:solidFill>
              <a:srgbClr val="F4F4F6"/>
            </a:solidFill>
            <a:prstDash val="solid"/>
          </a:ln>
          <a:effectLst>
            <a:outerShdw blurRad="76200" dist="25400" dir="5400000" algn="bl" rotWithShape="0">
              <a:srgbClr val="000000">
                <a:alpha val="12000"/>
              </a:srgbClr>
            </a:outerShdw>
          </a:effectLst>
        </p:spPr>
        <p:txBody>
          <a:bodyPr/>
          <a:lstStyle/>
          <a:p>
            <a:endParaRPr lang="id-ID"/>
          </a:p>
        </p:txBody>
      </p:sp>
      <p:sp>
        <p:nvSpPr>
          <p:cNvPr id="14" name="g3_09"/>
          <p:cNvSpPr/>
          <p:nvPr/>
        </p:nvSpPr>
        <p:spPr>
          <a:xfrm>
            <a:off x="4452620" y="1701800"/>
            <a:ext cx="548640" cy="548640"/>
          </a:xfrm>
          <a:prstGeom prst="ellipse">
            <a:avLst/>
          </a:prstGeom>
          <a:solidFill>
            <a:srgbClr val="7A1F2B"/>
          </a:solidFill>
          <a:ln w="12700">
            <a:solidFill>
              <a:srgbClr val="7A1F2B"/>
            </a:solidFill>
            <a:prstDash val="solid"/>
          </a:ln>
        </p:spPr>
        <p:txBody>
          <a:bodyPr/>
          <a:lstStyle/>
          <a:p>
            <a:endParaRPr lang="id-ID"/>
          </a:p>
        </p:txBody>
      </p:sp>
      <p:sp>
        <p:nvSpPr>
          <p:cNvPr id="15" name="g3_10"/>
          <p:cNvSpPr txBox="1"/>
          <p:nvPr/>
        </p:nvSpPr>
        <p:spPr>
          <a:xfrm>
            <a:off x="4452620" y="1701800"/>
            <a:ext cx="548640" cy="548640"/>
          </a:xfrm>
          <a:prstGeom prst="rect">
            <a:avLst/>
          </a:prstGeom>
          <a:noFill/>
          <a:ln/>
        </p:spPr>
        <p:txBody>
          <a:bodyPr wrap="square" lIns="0" tIns="0" rIns="0" bIns="0" rtlCol="0" anchor="ctr"/>
          <a:lstStyle/>
          <a:p>
            <a:pPr marL="0" indent="0" algn="ctr">
              <a:buNone/>
            </a:pPr>
            <a:r>
              <a:rPr lang="en-US" sz="2200" b="1" dirty="0">
                <a:solidFill>
                  <a:srgbClr val="C9A24A"/>
                </a:solidFill>
                <a:latin typeface="Cambria" pitchFamily="34" charset="0"/>
                <a:ea typeface="Cambria" pitchFamily="34" charset="-122"/>
                <a:cs typeface="Cambria" pitchFamily="34" charset="-120"/>
              </a:rPr>
              <a:t>2</a:t>
            </a:r>
            <a:endParaRPr lang="en-US" sz="2200" dirty="0"/>
          </a:p>
        </p:txBody>
      </p:sp>
      <p:sp>
        <p:nvSpPr>
          <p:cNvPr id="16" name="g3_11"/>
          <p:cNvSpPr txBox="1"/>
          <p:nvPr/>
        </p:nvSpPr>
        <p:spPr>
          <a:xfrm>
            <a:off x="5113020" y="1682750"/>
            <a:ext cx="2651760" cy="584200"/>
          </a:xfrm>
          <a:prstGeom prst="rect">
            <a:avLst/>
          </a:prstGeom>
          <a:noFill/>
          <a:ln/>
        </p:spPr>
        <p:txBody>
          <a:bodyPr wrap="square" lIns="0" tIns="0" rIns="0" bIns="0" rtlCol="0" anchor="ctr"/>
          <a:lstStyle/>
          <a:p>
            <a:pPr marL="0" indent="0">
              <a:buNone/>
            </a:pPr>
            <a:r>
              <a:rPr lang="en-US" sz="1050" b="1" kern="0" spc="150" dirty="0">
                <a:solidFill>
                  <a:srgbClr val="8A6A22"/>
                </a:solidFill>
              </a:rPr>
              <a:t>PERTANYAAN 2</a:t>
            </a:r>
            <a:endParaRPr lang="en-US" sz="1050" dirty="0"/>
          </a:p>
          <a:p>
            <a:pPr marL="0" indent="0">
              <a:buNone/>
            </a:pPr>
            <a:r>
              <a:rPr lang="en-US" sz="1600" b="1" dirty="0">
                <a:solidFill>
                  <a:srgbClr val="7A1F2B"/>
                </a:solidFill>
                <a:latin typeface="Cambria" pitchFamily="34" charset="0"/>
                <a:ea typeface="Cambria" pitchFamily="34" charset="-122"/>
                <a:cs typeface="Cambria" pitchFamily="34" charset="-120"/>
              </a:rPr>
              <a:t>Pemisahan Peran BHP</a:t>
            </a:r>
            <a:endParaRPr lang="en-US" sz="1050" dirty="0"/>
          </a:p>
        </p:txBody>
      </p:sp>
      <p:sp>
        <p:nvSpPr>
          <p:cNvPr id="17" name="g3_12"/>
          <p:cNvSpPr txBox="1"/>
          <p:nvPr/>
        </p:nvSpPr>
        <p:spPr>
          <a:xfrm>
            <a:off x="4439920" y="2336800"/>
            <a:ext cx="3276600" cy="533400"/>
          </a:xfrm>
          <a:prstGeom prst="rect">
            <a:avLst/>
          </a:prstGeom>
          <a:noFill/>
          <a:ln/>
        </p:spPr>
        <p:txBody>
          <a:bodyPr wrap="square" lIns="0" tIns="0" rIns="0" bIns="0" rtlCol="0" anchor="t"/>
          <a:lstStyle/>
          <a:p>
            <a:pPr marL="0" indent="0">
              <a:buNone/>
            </a:pPr>
            <a:r>
              <a:rPr lang="en-US" sz="1050" i="1" dirty="0">
                <a:solidFill>
                  <a:srgbClr val="555555"/>
                </a:solidFill>
              </a:rPr>
              <a:t>Perlukah pemisahan tegas peran BHP sebagai balai harta atau wali pengawas dengan peran kurator perseorangan?</a:t>
            </a:r>
            <a:endParaRPr lang="en-US" sz="1050" dirty="0"/>
          </a:p>
        </p:txBody>
      </p:sp>
      <p:sp>
        <p:nvSpPr>
          <p:cNvPr id="18" name="g3_13"/>
          <p:cNvSpPr/>
          <p:nvPr/>
        </p:nvSpPr>
        <p:spPr>
          <a:xfrm>
            <a:off x="4406900" y="3276600"/>
            <a:ext cx="1574800" cy="1041400"/>
          </a:xfrm>
          <a:prstGeom prst="roundRect">
            <a:avLst>
              <a:gd name="adj" fmla="val 7500"/>
            </a:avLst>
          </a:prstGeom>
          <a:solidFill>
            <a:srgbClr val="EFEFF2"/>
          </a:solidFill>
          <a:ln w="6350">
            <a:solidFill>
              <a:srgbClr val="DDDDE2"/>
            </a:solidFill>
            <a:prstDash val="solid"/>
          </a:ln>
        </p:spPr>
        <p:txBody>
          <a:bodyPr/>
          <a:lstStyle/>
          <a:p>
            <a:endParaRPr lang="id-ID"/>
          </a:p>
        </p:txBody>
      </p:sp>
      <p:sp>
        <p:nvSpPr>
          <p:cNvPr id="19" name="g3_14"/>
          <p:cNvSpPr txBox="1"/>
          <p:nvPr/>
        </p:nvSpPr>
        <p:spPr>
          <a:xfrm>
            <a:off x="4483100" y="3340100"/>
            <a:ext cx="1422400" cy="939800"/>
          </a:xfrm>
          <a:prstGeom prst="rect">
            <a:avLst/>
          </a:prstGeom>
          <a:noFill/>
          <a:ln/>
        </p:spPr>
        <p:txBody>
          <a:bodyPr wrap="square" lIns="0" tIns="0" rIns="0" bIns="0" rtlCol="0" anchor="t"/>
          <a:lstStyle/>
          <a:p>
            <a:pPr marL="0" indent="0">
              <a:buNone/>
            </a:pPr>
            <a:r>
              <a:rPr lang="en-US" sz="1000" b="1" dirty="0">
                <a:solidFill>
                  <a:srgbClr val="7A1F2B"/>
                </a:solidFill>
              </a:rPr>
              <a:t>Keperdataan · KUHPerdata</a:t>
            </a:r>
            <a:endParaRPr lang="en-US" sz="1000" dirty="0"/>
          </a:p>
          <a:p>
            <a:pPr marL="0" indent="0">
              <a:buNone/>
            </a:pPr>
            <a:r>
              <a:rPr lang="en-US" sz="1000" dirty="0">
                <a:solidFill>
                  <a:srgbClr val="2B2B2B"/>
                </a:solidFill>
              </a:rPr>
              <a:t>Perwalian · Pengampuan · Orang tidak hadir · Harta tak terurus · Uang pihak ketiga</a:t>
            </a:r>
            <a:endParaRPr lang="en-US" sz="1000" dirty="0"/>
          </a:p>
        </p:txBody>
      </p:sp>
      <p:sp>
        <p:nvSpPr>
          <p:cNvPr id="20" name="g3_15"/>
          <p:cNvSpPr/>
          <p:nvPr/>
        </p:nvSpPr>
        <p:spPr>
          <a:xfrm>
            <a:off x="6184900" y="3276600"/>
            <a:ext cx="1574800" cy="1041400"/>
          </a:xfrm>
          <a:prstGeom prst="roundRect">
            <a:avLst>
              <a:gd name="adj" fmla="val 7500"/>
            </a:avLst>
          </a:prstGeom>
          <a:solidFill>
            <a:srgbClr val="F3E6E8"/>
          </a:solidFill>
          <a:ln w="6350">
            <a:solidFill>
              <a:srgbClr val="E2C6CB"/>
            </a:solidFill>
            <a:prstDash val="solid"/>
          </a:ln>
        </p:spPr>
        <p:txBody>
          <a:bodyPr/>
          <a:lstStyle/>
          <a:p>
            <a:endParaRPr lang="id-ID"/>
          </a:p>
        </p:txBody>
      </p:sp>
      <p:sp>
        <p:nvSpPr>
          <p:cNvPr id="21" name="g3_16"/>
          <p:cNvSpPr txBox="1"/>
          <p:nvPr/>
        </p:nvSpPr>
        <p:spPr>
          <a:xfrm>
            <a:off x="6261100" y="3340100"/>
            <a:ext cx="1422400" cy="939800"/>
          </a:xfrm>
          <a:prstGeom prst="rect">
            <a:avLst/>
          </a:prstGeom>
          <a:noFill/>
          <a:ln/>
        </p:spPr>
        <p:txBody>
          <a:bodyPr wrap="square" lIns="0" tIns="0" rIns="0" bIns="0" rtlCol="0" anchor="t"/>
          <a:lstStyle/>
          <a:p>
            <a:pPr marL="0" indent="0">
              <a:buNone/>
            </a:pPr>
            <a:r>
              <a:rPr lang="en-US" sz="1000" b="1" dirty="0">
                <a:solidFill>
                  <a:srgbClr val="7A1F2B"/>
                </a:solidFill>
              </a:rPr>
              <a:t>Kurator · UU 37/2004</a:t>
            </a:r>
            <a:endParaRPr lang="en-US" sz="1000" dirty="0"/>
          </a:p>
          <a:p>
            <a:pPr marL="0" indent="0">
              <a:buNone/>
            </a:pPr>
            <a:r>
              <a:rPr lang="en-US" sz="1000" dirty="0">
                <a:solidFill>
                  <a:srgbClr val="2B2B2B"/>
                </a:solidFill>
              </a:rPr>
              <a:t>Harta pailit · Ditunjuk pengadilan · Diawasi Hakim Pengawas</a:t>
            </a:r>
            <a:endParaRPr lang="en-US" sz="1000" dirty="0"/>
          </a:p>
        </p:txBody>
      </p:sp>
      <p:sp>
        <p:nvSpPr>
          <p:cNvPr id="22" name="g3_17"/>
          <p:cNvSpPr txBox="1"/>
          <p:nvPr/>
        </p:nvSpPr>
        <p:spPr>
          <a:xfrm>
            <a:off x="5981700" y="3606800"/>
            <a:ext cx="203200" cy="368300"/>
          </a:xfrm>
          <a:prstGeom prst="rect">
            <a:avLst/>
          </a:prstGeom>
          <a:noFill/>
          <a:ln/>
        </p:spPr>
        <p:txBody>
          <a:bodyPr wrap="square" lIns="0" tIns="0" rIns="0" bIns="0" rtlCol="0" anchor="ctr"/>
          <a:lstStyle/>
          <a:p>
            <a:pPr marL="0" indent="0" algn="ctr">
              <a:buNone/>
            </a:pPr>
            <a:r>
              <a:rPr lang="en-US" sz="1600" b="1" dirty="0">
                <a:solidFill>
                  <a:srgbClr val="C9A24A"/>
                </a:solidFill>
              </a:rPr>
              <a:t>≠</a:t>
            </a:r>
            <a:endParaRPr lang="en-US" sz="1600" dirty="0"/>
          </a:p>
        </p:txBody>
      </p:sp>
      <p:sp>
        <p:nvSpPr>
          <p:cNvPr id="23" name="g3_18"/>
          <p:cNvSpPr txBox="1"/>
          <p:nvPr/>
        </p:nvSpPr>
        <p:spPr>
          <a:xfrm>
            <a:off x="4439920" y="2768600"/>
            <a:ext cx="3276600" cy="457200"/>
          </a:xfrm>
          <a:prstGeom prst="rect">
            <a:avLst/>
          </a:prstGeom>
          <a:noFill/>
          <a:ln/>
        </p:spPr>
        <p:txBody>
          <a:bodyPr wrap="square" lIns="0" tIns="0" rIns="0" bIns="0" rtlCol="0" anchor="t"/>
          <a:lstStyle/>
          <a:p>
            <a:pPr marL="0" indent="0">
              <a:spcAft>
                <a:spcPts val="400"/>
              </a:spcAft>
              <a:buNone/>
            </a:pPr>
            <a:r>
              <a:rPr lang="en-US" sz="1100" b="1" dirty="0">
                <a:solidFill>
                  <a:srgbClr val="2B2B2B"/>
                </a:solidFill>
              </a:rPr>
              <a:t>Perlu. Tugas keperdataan ≠ tugas kurator; yang dipisah dasar hukum, pelaksana, dan pertanggungjawabannya.</a:t>
            </a:r>
            <a:endParaRPr lang="en-US" sz="1100" dirty="0"/>
          </a:p>
        </p:txBody>
      </p:sp>
      <p:sp>
        <p:nvSpPr>
          <p:cNvPr id="24" name="g3_19"/>
          <p:cNvSpPr/>
          <p:nvPr/>
        </p:nvSpPr>
        <p:spPr>
          <a:xfrm>
            <a:off x="4401820" y="4419600"/>
            <a:ext cx="3352800" cy="736600"/>
          </a:xfrm>
          <a:prstGeom prst="roundRect">
            <a:avLst>
              <a:gd name="adj" fmla="val 7447"/>
            </a:avLst>
          </a:prstGeom>
          <a:solidFill>
            <a:srgbClr val="FFFFFF"/>
          </a:solidFill>
          <a:ln w="9525">
            <a:solidFill>
              <a:srgbClr val="D9D2D4"/>
            </a:solidFill>
            <a:prstDash val="solid"/>
          </a:ln>
        </p:spPr>
        <p:txBody>
          <a:bodyPr/>
          <a:lstStyle/>
          <a:p>
            <a:endParaRPr lang="id-ID"/>
          </a:p>
        </p:txBody>
      </p:sp>
      <p:sp>
        <p:nvSpPr>
          <p:cNvPr id="25" name="g3_20"/>
          <p:cNvSpPr txBox="1"/>
          <p:nvPr/>
        </p:nvSpPr>
        <p:spPr>
          <a:xfrm>
            <a:off x="4503420" y="4470400"/>
            <a:ext cx="3149600" cy="660400"/>
          </a:xfrm>
          <a:prstGeom prst="rect">
            <a:avLst/>
          </a:prstGeom>
          <a:noFill/>
          <a:ln/>
        </p:spPr>
        <p:txBody>
          <a:bodyPr wrap="square" lIns="0" tIns="0" rIns="0" bIns="0" rtlCol="0" anchor="t"/>
          <a:lstStyle/>
          <a:p>
            <a:pPr marL="0" indent="0">
              <a:spcAft>
                <a:spcPts val="200"/>
              </a:spcAft>
              <a:buNone/>
            </a:pPr>
            <a:r>
              <a:rPr lang="en-US" sz="1050" b="1" dirty="0">
                <a:solidFill>
                  <a:srgbClr val="8A6A22"/>
                </a:solidFill>
              </a:rPr>
              <a:t>Dampak pemisahan</a:t>
            </a:r>
            <a:endParaRPr lang="en-US" sz="1050" dirty="0"/>
          </a:p>
          <a:p>
            <a:pPr marL="0" indent="0">
              <a:spcAft>
                <a:spcPts val="200"/>
              </a:spcAft>
              <a:buNone/>
            </a:pPr>
            <a:r>
              <a:rPr lang="en-US" sz="1050" dirty="0">
                <a:solidFill>
                  <a:srgbClr val="2B2B2B"/>
                </a:solidFill>
              </a:rPr>
              <a:t>Kedudukan BHP sebagai kurator negara menjadi tegas dan setara; setiap tugas punya dasar, pelaksana, dan pertanggungjawaban yang jelas.</a:t>
            </a:r>
            <a:endParaRPr lang="en-US" sz="1050" dirty="0"/>
          </a:p>
        </p:txBody>
      </p:sp>
      <p:sp>
        <p:nvSpPr>
          <p:cNvPr id="26" name="!!card2"/>
          <p:cNvSpPr/>
          <p:nvPr/>
        </p:nvSpPr>
        <p:spPr>
          <a:xfrm>
            <a:off x="8092440" y="1600200"/>
            <a:ext cx="3611880" cy="3632200"/>
          </a:xfrm>
          <a:prstGeom prst="roundRect">
            <a:avLst>
              <a:gd name="adj" fmla="val 2577"/>
            </a:avLst>
          </a:prstGeom>
          <a:solidFill>
            <a:srgbClr val="F4F4F6"/>
          </a:solidFill>
          <a:ln w="12700">
            <a:solidFill>
              <a:srgbClr val="F4F4F6"/>
            </a:solidFill>
            <a:prstDash val="solid"/>
          </a:ln>
          <a:effectLst>
            <a:outerShdw blurRad="76200" dist="25400" dir="5400000" algn="bl" rotWithShape="0">
              <a:srgbClr val="000000">
                <a:alpha val="12000"/>
              </a:srgbClr>
            </a:outerShdw>
          </a:effectLst>
        </p:spPr>
        <p:txBody>
          <a:bodyPr/>
          <a:lstStyle/>
          <a:p>
            <a:endParaRPr lang="id-ID"/>
          </a:p>
        </p:txBody>
      </p:sp>
      <p:sp>
        <p:nvSpPr>
          <p:cNvPr id="27" name="g4_21"/>
          <p:cNvSpPr/>
          <p:nvPr/>
        </p:nvSpPr>
        <p:spPr>
          <a:xfrm>
            <a:off x="8270240" y="1701800"/>
            <a:ext cx="548640" cy="548640"/>
          </a:xfrm>
          <a:prstGeom prst="ellipse">
            <a:avLst/>
          </a:prstGeom>
          <a:solidFill>
            <a:srgbClr val="7A1F2B"/>
          </a:solidFill>
          <a:ln w="12700">
            <a:solidFill>
              <a:srgbClr val="7A1F2B"/>
            </a:solidFill>
            <a:prstDash val="solid"/>
          </a:ln>
        </p:spPr>
        <p:txBody>
          <a:bodyPr/>
          <a:lstStyle/>
          <a:p>
            <a:endParaRPr lang="id-ID"/>
          </a:p>
        </p:txBody>
      </p:sp>
      <p:sp>
        <p:nvSpPr>
          <p:cNvPr id="28" name="g4_22"/>
          <p:cNvSpPr txBox="1"/>
          <p:nvPr/>
        </p:nvSpPr>
        <p:spPr>
          <a:xfrm>
            <a:off x="8270240" y="1701800"/>
            <a:ext cx="548640" cy="548640"/>
          </a:xfrm>
          <a:prstGeom prst="rect">
            <a:avLst/>
          </a:prstGeom>
          <a:noFill/>
          <a:ln/>
        </p:spPr>
        <p:txBody>
          <a:bodyPr wrap="square" lIns="0" tIns="0" rIns="0" bIns="0" rtlCol="0" anchor="ctr"/>
          <a:lstStyle/>
          <a:p>
            <a:pPr marL="0" indent="0" algn="ctr">
              <a:buNone/>
            </a:pPr>
            <a:r>
              <a:rPr lang="en-US" sz="2200" b="1" dirty="0">
                <a:solidFill>
                  <a:srgbClr val="C9A24A"/>
                </a:solidFill>
                <a:latin typeface="Cambria" pitchFamily="34" charset="0"/>
                <a:ea typeface="Cambria" pitchFamily="34" charset="-122"/>
                <a:cs typeface="Cambria" pitchFamily="34" charset="-120"/>
              </a:rPr>
              <a:t>3</a:t>
            </a:r>
            <a:endParaRPr lang="en-US" sz="2200" dirty="0"/>
          </a:p>
        </p:txBody>
      </p:sp>
      <p:sp>
        <p:nvSpPr>
          <p:cNvPr id="29" name="g4_23"/>
          <p:cNvSpPr txBox="1"/>
          <p:nvPr/>
        </p:nvSpPr>
        <p:spPr>
          <a:xfrm>
            <a:off x="8930640" y="1682750"/>
            <a:ext cx="2651760" cy="584200"/>
          </a:xfrm>
          <a:prstGeom prst="rect">
            <a:avLst/>
          </a:prstGeom>
          <a:noFill/>
          <a:ln/>
        </p:spPr>
        <p:txBody>
          <a:bodyPr wrap="square" lIns="0" tIns="0" rIns="0" bIns="0" rtlCol="0" anchor="ctr"/>
          <a:lstStyle/>
          <a:p>
            <a:pPr marL="0" indent="0">
              <a:buNone/>
            </a:pPr>
            <a:r>
              <a:rPr lang="en-US" sz="1050" b="1" kern="0" spc="150" dirty="0">
                <a:solidFill>
                  <a:srgbClr val="8A6A22"/>
                </a:solidFill>
              </a:rPr>
              <a:t>PERTANYAAN 3</a:t>
            </a:r>
            <a:endParaRPr lang="en-US" sz="1050" dirty="0"/>
          </a:p>
          <a:p>
            <a:pPr marL="0" indent="0">
              <a:buNone/>
            </a:pPr>
            <a:r>
              <a:rPr lang="en-US" sz="1600" b="1" dirty="0">
                <a:solidFill>
                  <a:srgbClr val="7A1F2B"/>
                </a:solidFill>
                <a:latin typeface="Cambria" pitchFamily="34" charset="0"/>
                <a:ea typeface="Cambria" pitchFamily="34" charset="-122"/>
                <a:cs typeface="Cambria" pitchFamily="34" charset="-120"/>
              </a:rPr>
              <a:t>Kewajiban Memakai BHP</a:t>
            </a:r>
            <a:endParaRPr lang="en-US" sz="1050" dirty="0"/>
          </a:p>
        </p:txBody>
      </p:sp>
      <p:sp>
        <p:nvSpPr>
          <p:cNvPr id="30" name="g4_24"/>
          <p:cNvSpPr txBox="1"/>
          <p:nvPr/>
        </p:nvSpPr>
        <p:spPr>
          <a:xfrm>
            <a:off x="8257540" y="2336800"/>
            <a:ext cx="3276600" cy="533400"/>
          </a:xfrm>
          <a:prstGeom prst="rect">
            <a:avLst/>
          </a:prstGeom>
          <a:noFill/>
          <a:ln/>
        </p:spPr>
        <p:txBody>
          <a:bodyPr wrap="square" lIns="0" tIns="0" rIns="0" bIns="0" rtlCol="0" anchor="t"/>
          <a:lstStyle/>
          <a:p>
            <a:pPr marL="0" indent="0">
              <a:buNone/>
            </a:pPr>
            <a:r>
              <a:rPr lang="en-US" sz="1050" i="1" dirty="0">
                <a:solidFill>
                  <a:srgbClr val="555555"/>
                </a:solidFill>
              </a:rPr>
              <a:t>Pandangan BHP tentang wajib memakai kurator BHP pada kasus tertentu (debitor tanpa ahli waris, harta tidak terurus)?</a:t>
            </a:r>
            <a:endParaRPr lang="en-US" sz="1050" dirty="0"/>
          </a:p>
        </p:txBody>
      </p:sp>
      <p:sp>
        <p:nvSpPr>
          <p:cNvPr id="31" name="g4_25"/>
          <p:cNvSpPr txBox="1"/>
          <p:nvPr/>
        </p:nvSpPr>
        <p:spPr>
          <a:xfrm>
            <a:off x="8257540" y="2971800"/>
            <a:ext cx="3276600" cy="1371600"/>
          </a:xfrm>
          <a:prstGeom prst="rect">
            <a:avLst/>
          </a:prstGeom>
          <a:noFill/>
          <a:ln/>
        </p:spPr>
        <p:txBody>
          <a:bodyPr wrap="square" lIns="0" tIns="0" rIns="0" bIns="0" rtlCol="0" anchor="t"/>
          <a:lstStyle/>
          <a:p>
            <a:pPr marL="0" indent="0">
              <a:spcAft>
                <a:spcPts val="400"/>
              </a:spcAft>
              <a:buNone/>
            </a:pPr>
            <a:r>
              <a:rPr lang="en-US" sz="1100" b="1" dirty="0">
                <a:solidFill>
                  <a:srgbClr val="2B2B2B"/>
                </a:solidFill>
              </a:rPr>
              <a:t>Setuju, dengan kriteria tertutup. Kedua contoh itu memang tugas BHP menurut KUHPerdata. Ditambah:</a:t>
            </a:r>
            <a:endParaRPr lang="en-US" sz="1100" dirty="0"/>
          </a:p>
          <a:p>
            <a:pPr marL="0" indent="0">
              <a:spcAft>
                <a:spcPts val="400"/>
              </a:spcAft>
              <a:buNone/>
            </a:pPr>
            <a:r>
              <a:rPr lang="en-US" sz="1100" dirty="0">
                <a:solidFill>
                  <a:srgbClr val="2B2B2B"/>
                </a:solidFill>
              </a:rPr>
              <a:t>debitor tidak diketahui keberadaannya; ahli waris masih anak atau dalam pengampuan; permohonan pekerja; perkara kehilangan kurator. Di luar itu, para pihak bebas memilih kurator.</a:t>
            </a:r>
            <a:endParaRPr lang="en-US" sz="1100" dirty="0"/>
          </a:p>
        </p:txBody>
      </p:sp>
      <p:sp>
        <p:nvSpPr>
          <p:cNvPr id="32" name="g4_26"/>
          <p:cNvSpPr/>
          <p:nvPr/>
        </p:nvSpPr>
        <p:spPr>
          <a:xfrm>
            <a:off x="8219440" y="4419600"/>
            <a:ext cx="3352800" cy="736600"/>
          </a:xfrm>
          <a:prstGeom prst="roundRect">
            <a:avLst>
              <a:gd name="adj" fmla="val 7447"/>
            </a:avLst>
          </a:prstGeom>
          <a:solidFill>
            <a:srgbClr val="FFFFFF"/>
          </a:solidFill>
          <a:ln w="9525">
            <a:solidFill>
              <a:srgbClr val="D9D2D4"/>
            </a:solidFill>
            <a:prstDash val="solid"/>
          </a:ln>
        </p:spPr>
        <p:txBody>
          <a:bodyPr/>
          <a:lstStyle/>
          <a:p>
            <a:endParaRPr lang="id-ID"/>
          </a:p>
        </p:txBody>
      </p:sp>
      <p:sp>
        <p:nvSpPr>
          <p:cNvPr id="33" name="g4_27"/>
          <p:cNvSpPr txBox="1"/>
          <p:nvPr/>
        </p:nvSpPr>
        <p:spPr>
          <a:xfrm>
            <a:off x="8321040" y="4470400"/>
            <a:ext cx="3149600" cy="660400"/>
          </a:xfrm>
          <a:prstGeom prst="rect">
            <a:avLst/>
          </a:prstGeom>
          <a:noFill/>
          <a:ln/>
        </p:spPr>
        <p:txBody>
          <a:bodyPr wrap="square" lIns="0" tIns="0" rIns="0" bIns="0" rtlCol="0" anchor="t"/>
          <a:lstStyle/>
          <a:p>
            <a:pPr marL="0" indent="0">
              <a:spcAft>
                <a:spcPts val="200"/>
              </a:spcAft>
              <a:buNone/>
            </a:pPr>
            <a:r>
              <a:rPr lang="en-US" sz="1050" b="1" dirty="0">
                <a:solidFill>
                  <a:srgbClr val="8A6A22"/>
                </a:solidFill>
              </a:rPr>
              <a:t>Bukti lapangan</a:t>
            </a:r>
            <a:endParaRPr lang="en-US" sz="1050" dirty="0"/>
          </a:p>
          <a:p>
            <a:pPr marL="0" indent="0">
              <a:spcAft>
                <a:spcPts val="200"/>
              </a:spcAft>
              <a:buNone/>
            </a:pPr>
            <a:r>
              <a:rPr lang="en-US" sz="1050" dirty="0">
                <a:solidFill>
                  <a:srgbClr val="2B2B2B"/>
                </a:solidFill>
              </a:rPr>
              <a:t>SIPP 2025 s.d. 2026: dari 16 putusan pailit, BHP hanya ditunjuk 1 kali, atas permintaan pemohon; 1 perkara lain dalam kasasi. Penugasan BHP masih bergantung pada pemohon.</a:t>
            </a:r>
            <a:endParaRPr lang="en-US" sz="1050" dirty="0"/>
          </a:p>
        </p:txBody>
      </p:sp>
      <p:sp>
        <p:nvSpPr>
          <p:cNvPr id="34" name="!!band"/>
          <p:cNvSpPr/>
          <p:nvPr/>
        </p:nvSpPr>
        <p:spPr>
          <a:xfrm>
            <a:off x="457200" y="5359400"/>
            <a:ext cx="11274552" cy="990600"/>
          </a:xfrm>
          <a:prstGeom prst="roundRect">
            <a:avLst>
              <a:gd name="adj" fmla="val 9091"/>
            </a:avLst>
          </a:prstGeom>
          <a:solidFill>
            <a:srgbClr val="7A1F2B"/>
          </a:solidFill>
          <a:ln w="12700">
            <a:solidFill>
              <a:srgbClr val="7A1F2B"/>
            </a:solidFill>
            <a:prstDash val="solid"/>
          </a:ln>
        </p:spPr>
        <p:txBody>
          <a:bodyPr/>
          <a:lstStyle/>
          <a:p>
            <a:endParaRPr lang="id-ID"/>
          </a:p>
        </p:txBody>
      </p:sp>
      <p:sp>
        <p:nvSpPr>
          <p:cNvPr id="35" name="g5_28"/>
          <p:cNvSpPr txBox="1"/>
          <p:nvPr/>
        </p:nvSpPr>
        <p:spPr>
          <a:xfrm>
            <a:off x="658368" y="5359400"/>
            <a:ext cx="1463040" cy="990600"/>
          </a:xfrm>
          <a:prstGeom prst="rect">
            <a:avLst/>
          </a:prstGeom>
          <a:noFill/>
          <a:ln/>
        </p:spPr>
        <p:txBody>
          <a:bodyPr wrap="square" lIns="0" tIns="0" rIns="0" bIns="0" rtlCol="0" anchor="ctr"/>
          <a:lstStyle/>
          <a:p>
            <a:pPr marL="0" indent="0">
              <a:buNone/>
            </a:pPr>
            <a:r>
              <a:rPr lang="en-US" sz="1150" b="1" kern="0" spc="100" dirty="0">
                <a:solidFill>
                  <a:srgbClr val="E8CB80"/>
                </a:solidFill>
              </a:rPr>
              <a:t>PENGALAMAN</a:t>
            </a:r>
            <a:endParaRPr lang="en-US" sz="1150" dirty="0"/>
          </a:p>
          <a:p>
            <a:pPr marL="0" indent="0">
              <a:buNone/>
            </a:pPr>
            <a:r>
              <a:rPr lang="en-US" sz="1150" b="1" kern="0" spc="100" dirty="0">
                <a:solidFill>
                  <a:srgbClr val="E8CB80"/>
                </a:solidFill>
              </a:rPr>
              <a:t>BHP MEDAN</a:t>
            </a:r>
            <a:endParaRPr lang="en-US" sz="1150" dirty="0"/>
          </a:p>
        </p:txBody>
      </p:sp>
      <p:sp>
        <p:nvSpPr>
          <p:cNvPr id="36" name="g5_29"/>
          <p:cNvSpPr txBox="1"/>
          <p:nvPr/>
        </p:nvSpPr>
        <p:spPr>
          <a:xfrm>
            <a:off x="2194560" y="5435600"/>
            <a:ext cx="1742846" cy="457200"/>
          </a:xfrm>
          <a:prstGeom prst="rect">
            <a:avLst/>
          </a:prstGeom>
          <a:noFill/>
          <a:ln/>
        </p:spPr>
        <p:txBody>
          <a:bodyPr wrap="square" lIns="0" tIns="0" rIns="0" bIns="0" rtlCol="0" anchor="b"/>
          <a:lstStyle/>
          <a:p>
            <a:pPr marL="0" indent="0">
              <a:buNone/>
            </a:pPr>
            <a:r>
              <a:rPr lang="en-US" sz="2200" b="1" dirty="0">
                <a:solidFill>
                  <a:srgbClr val="C9A24A"/>
                </a:solidFill>
                <a:latin typeface="Cambria" pitchFamily="34" charset="0"/>
                <a:ea typeface="Cambria" pitchFamily="34" charset="-122"/>
                <a:cs typeface="Cambria" pitchFamily="34" charset="-120"/>
              </a:rPr>
              <a:t>9</a:t>
            </a:r>
            <a:endParaRPr lang="en-US" sz="2200" dirty="0"/>
          </a:p>
        </p:txBody>
      </p:sp>
      <p:sp>
        <p:nvSpPr>
          <p:cNvPr id="37" name="g5_30"/>
          <p:cNvSpPr txBox="1"/>
          <p:nvPr/>
        </p:nvSpPr>
        <p:spPr>
          <a:xfrm>
            <a:off x="2194560" y="5905500"/>
            <a:ext cx="1742846" cy="406400"/>
          </a:xfrm>
          <a:prstGeom prst="rect">
            <a:avLst/>
          </a:prstGeom>
          <a:noFill/>
          <a:ln/>
        </p:spPr>
        <p:txBody>
          <a:bodyPr wrap="square" lIns="0" tIns="0" rIns="0" bIns="0" rtlCol="0" anchor="t"/>
          <a:lstStyle/>
          <a:p>
            <a:pPr marL="0" indent="0">
              <a:buNone/>
            </a:pPr>
            <a:r>
              <a:rPr lang="en-US" sz="1150" dirty="0">
                <a:solidFill>
                  <a:srgbClr val="FFFFFF"/>
                </a:solidFill>
              </a:rPr>
              <a:t>perkara kepailitan sedang ditangani</a:t>
            </a:r>
            <a:endParaRPr lang="en-US" sz="1150" dirty="0"/>
          </a:p>
        </p:txBody>
      </p:sp>
      <p:sp>
        <p:nvSpPr>
          <p:cNvPr id="38" name="g5_31"/>
          <p:cNvSpPr txBox="1"/>
          <p:nvPr/>
        </p:nvSpPr>
        <p:spPr>
          <a:xfrm>
            <a:off x="4074566" y="5435600"/>
            <a:ext cx="1742846" cy="457200"/>
          </a:xfrm>
          <a:prstGeom prst="rect">
            <a:avLst/>
          </a:prstGeom>
          <a:noFill/>
          <a:ln/>
        </p:spPr>
        <p:txBody>
          <a:bodyPr wrap="square" lIns="0" tIns="0" rIns="0" bIns="0" rtlCol="0" anchor="b"/>
          <a:lstStyle/>
          <a:p>
            <a:pPr marL="0" indent="0">
              <a:buNone/>
            </a:pPr>
            <a:r>
              <a:rPr lang="en-US" sz="2200" b="1" dirty="0">
                <a:solidFill>
                  <a:srgbClr val="C9A24A"/>
                </a:solidFill>
                <a:latin typeface="Cambria" pitchFamily="34" charset="0"/>
                <a:ea typeface="Cambria" pitchFamily="34" charset="-122"/>
                <a:cs typeface="Cambria" pitchFamily="34" charset="-120"/>
              </a:rPr>
              <a:t>Rp47,35 M</a:t>
            </a:r>
            <a:endParaRPr lang="en-US" sz="2200" dirty="0"/>
          </a:p>
        </p:txBody>
      </p:sp>
      <p:sp>
        <p:nvSpPr>
          <p:cNvPr id="39" name="g5_32"/>
          <p:cNvSpPr txBox="1"/>
          <p:nvPr/>
        </p:nvSpPr>
        <p:spPr>
          <a:xfrm>
            <a:off x="4074566" y="5905500"/>
            <a:ext cx="1742846" cy="406400"/>
          </a:xfrm>
          <a:prstGeom prst="rect">
            <a:avLst/>
          </a:prstGeom>
          <a:noFill/>
          <a:ln/>
        </p:spPr>
        <p:txBody>
          <a:bodyPr wrap="square" lIns="0" tIns="0" rIns="0" bIns="0" rtlCol="0" anchor="t"/>
          <a:lstStyle/>
          <a:p>
            <a:pPr marL="0" indent="0">
              <a:buNone/>
            </a:pPr>
            <a:r>
              <a:rPr lang="en-US" sz="1150" dirty="0">
                <a:solidFill>
                  <a:srgbClr val="FFFFFF"/>
                </a:solidFill>
              </a:rPr>
              <a:t>total tagihan kreditor</a:t>
            </a:r>
            <a:endParaRPr lang="en-US" sz="1150" dirty="0"/>
          </a:p>
        </p:txBody>
      </p:sp>
      <p:sp>
        <p:nvSpPr>
          <p:cNvPr id="40" name="g5_33"/>
          <p:cNvSpPr txBox="1"/>
          <p:nvPr/>
        </p:nvSpPr>
        <p:spPr>
          <a:xfrm>
            <a:off x="5954573" y="5435600"/>
            <a:ext cx="1742846" cy="457200"/>
          </a:xfrm>
          <a:prstGeom prst="rect">
            <a:avLst/>
          </a:prstGeom>
          <a:noFill/>
          <a:ln/>
        </p:spPr>
        <p:txBody>
          <a:bodyPr wrap="square" lIns="0" tIns="0" rIns="0" bIns="0" rtlCol="0" anchor="b"/>
          <a:lstStyle/>
          <a:p>
            <a:pPr marL="0" indent="0">
              <a:buNone/>
            </a:pPr>
            <a:r>
              <a:rPr lang="en-US" sz="2200" b="1" dirty="0">
                <a:solidFill>
                  <a:srgbClr val="C9A24A"/>
                </a:solidFill>
                <a:latin typeface="Cambria" pitchFamily="34" charset="0"/>
                <a:ea typeface="Cambria" pitchFamily="34" charset="-122"/>
                <a:cs typeface="Cambria" pitchFamily="34" charset="-120"/>
              </a:rPr>
              <a:t>6 dari 9</a:t>
            </a:r>
            <a:endParaRPr lang="en-US" sz="2200" dirty="0"/>
          </a:p>
        </p:txBody>
      </p:sp>
      <p:sp>
        <p:nvSpPr>
          <p:cNvPr id="41" name="g5_34"/>
          <p:cNvSpPr txBox="1"/>
          <p:nvPr/>
        </p:nvSpPr>
        <p:spPr>
          <a:xfrm>
            <a:off x="5954573" y="5905500"/>
            <a:ext cx="1742846" cy="406400"/>
          </a:xfrm>
          <a:prstGeom prst="rect">
            <a:avLst/>
          </a:prstGeom>
          <a:noFill/>
          <a:ln/>
        </p:spPr>
        <p:txBody>
          <a:bodyPr wrap="square" lIns="0" tIns="0" rIns="0" bIns="0" rtlCol="0" anchor="t"/>
          <a:lstStyle/>
          <a:p>
            <a:pPr marL="0" indent="0">
              <a:buNone/>
            </a:pPr>
            <a:r>
              <a:rPr lang="en-US" sz="1150" dirty="0">
                <a:solidFill>
                  <a:srgbClr val="FFFFFF"/>
                </a:solidFill>
              </a:rPr>
              <a:t>perkara berjalan lebih dari 5 tahun</a:t>
            </a:r>
            <a:endParaRPr lang="en-US" sz="1150" dirty="0"/>
          </a:p>
        </p:txBody>
      </p:sp>
      <p:sp>
        <p:nvSpPr>
          <p:cNvPr id="42" name="g5_35"/>
          <p:cNvSpPr txBox="1"/>
          <p:nvPr/>
        </p:nvSpPr>
        <p:spPr>
          <a:xfrm>
            <a:off x="7834579" y="5435600"/>
            <a:ext cx="1742846" cy="457200"/>
          </a:xfrm>
          <a:prstGeom prst="rect">
            <a:avLst/>
          </a:prstGeom>
          <a:noFill/>
          <a:ln/>
        </p:spPr>
        <p:txBody>
          <a:bodyPr wrap="square" lIns="0" tIns="0" rIns="0" bIns="0" rtlCol="0" anchor="b"/>
          <a:lstStyle/>
          <a:p>
            <a:pPr marL="0" indent="0">
              <a:buNone/>
            </a:pPr>
            <a:r>
              <a:rPr lang="en-US" sz="2200" b="1" dirty="0">
                <a:solidFill>
                  <a:srgbClr val="C9A24A"/>
                </a:solidFill>
                <a:latin typeface="Cambria" pitchFamily="34" charset="0"/>
                <a:ea typeface="Cambria" pitchFamily="34" charset="-122"/>
                <a:cs typeface="Cambria" pitchFamily="34" charset="-120"/>
              </a:rPr>
              <a:t>1 dari 9</a:t>
            </a:r>
            <a:endParaRPr lang="en-US" sz="2200" dirty="0"/>
          </a:p>
        </p:txBody>
      </p:sp>
      <p:sp>
        <p:nvSpPr>
          <p:cNvPr id="43" name="g5_36"/>
          <p:cNvSpPr txBox="1"/>
          <p:nvPr/>
        </p:nvSpPr>
        <p:spPr>
          <a:xfrm>
            <a:off x="7834579" y="5905500"/>
            <a:ext cx="1742846" cy="406400"/>
          </a:xfrm>
          <a:prstGeom prst="rect">
            <a:avLst/>
          </a:prstGeom>
          <a:noFill/>
          <a:ln/>
        </p:spPr>
        <p:txBody>
          <a:bodyPr wrap="square" lIns="0" tIns="0" rIns="0" bIns="0" rtlCol="0" anchor="t"/>
          <a:lstStyle/>
          <a:p>
            <a:pPr marL="0" indent="0">
              <a:buNone/>
            </a:pPr>
            <a:r>
              <a:rPr lang="en-US" sz="1150" dirty="0">
                <a:solidFill>
                  <a:srgbClr val="FFFFFF"/>
                </a:solidFill>
              </a:rPr>
              <a:t>putusan pailit 2025 menunjuk BHP</a:t>
            </a:r>
            <a:endParaRPr lang="en-US" sz="1150" dirty="0"/>
          </a:p>
        </p:txBody>
      </p:sp>
      <p:sp>
        <p:nvSpPr>
          <p:cNvPr id="44" name="g5_37"/>
          <p:cNvSpPr txBox="1"/>
          <p:nvPr/>
        </p:nvSpPr>
        <p:spPr>
          <a:xfrm>
            <a:off x="9714586" y="5435600"/>
            <a:ext cx="1742846" cy="457200"/>
          </a:xfrm>
          <a:prstGeom prst="rect">
            <a:avLst/>
          </a:prstGeom>
          <a:noFill/>
          <a:ln/>
        </p:spPr>
        <p:txBody>
          <a:bodyPr wrap="square" lIns="0" tIns="0" rIns="0" bIns="0" rtlCol="0" anchor="b"/>
          <a:lstStyle/>
          <a:p>
            <a:pPr marL="0" indent="0">
              <a:buNone/>
            </a:pPr>
            <a:r>
              <a:rPr lang="en-US" sz="2200" b="1" dirty="0">
                <a:solidFill>
                  <a:srgbClr val="C9A24A"/>
                </a:solidFill>
                <a:latin typeface="Cambria" pitchFamily="34" charset="0"/>
                <a:ea typeface="Cambria" pitchFamily="34" charset="-122"/>
                <a:cs typeface="Cambria" pitchFamily="34" charset="-120"/>
              </a:rPr>
              <a:t>0 dari 7</a:t>
            </a:r>
            <a:endParaRPr lang="en-US" sz="2200" dirty="0"/>
          </a:p>
        </p:txBody>
      </p:sp>
      <p:sp>
        <p:nvSpPr>
          <p:cNvPr id="45" name="g5_38"/>
          <p:cNvSpPr txBox="1"/>
          <p:nvPr/>
        </p:nvSpPr>
        <p:spPr>
          <a:xfrm>
            <a:off x="9714586" y="5905500"/>
            <a:ext cx="1742846" cy="406400"/>
          </a:xfrm>
          <a:prstGeom prst="rect">
            <a:avLst/>
          </a:prstGeom>
          <a:noFill/>
          <a:ln/>
        </p:spPr>
        <p:txBody>
          <a:bodyPr wrap="square" lIns="0" tIns="0" rIns="0" bIns="0" rtlCol="0" anchor="t"/>
          <a:lstStyle/>
          <a:p>
            <a:pPr marL="0" indent="0">
              <a:buNone/>
            </a:pPr>
            <a:r>
              <a:rPr lang="en-US" sz="1150" dirty="0">
                <a:solidFill>
                  <a:srgbClr val="FFFFFF"/>
                </a:solidFill>
              </a:rPr>
              <a:t>putusan pailit 2026 menunjuk BHP</a:t>
            </a:r>
            <a:endParaRPr lang="en-US" sz="1150" dirty="0"/>
          </a:p>
        </p:txBody>
      </p:sp>
      <p:sp>
        <p:nvSpPr>
          <p:cNvPr id="46" name="src_1"/>
          <p:cNvSpPr txBox="1"/>
          <p:nvPr/>
        </p:nvSpPr>
        <p:spPr>
          <a:xfrm>
            <a:off x="4191000" y="6489700"/>
            <a:ext cx="7048500" cy="228600"/>
          </a:xfrm>
          <a:prstGeom prst="rect">
            <a:avLst/>
          </a:prstGeom>
          <a:noFill/>
          <a:ln/>
        </p:spPr>
        <p:txBody>
          <a:bodyPr wrap="square" lIns="0" tIns="0" rIns="0" bIns="0" rtlCol="0" anchor="ctr"/>
          <a:lstStyle/>
          <a:p>
            <a:pPr marL="0" indent="0" algn="r">
              <a:buNone/>
            </a:pPr>
            <a:r>
              <a:rPr lang="en-US" sz="900" dirty="0">
                <a:solidFill>
                  <a:srgbClr val="6B6B6B"/>
                </a:solidFill>
              </a:rPr>
              <a:t>Sumber: Buku Register Kepailitan dan laporan pengurusan BHP Medan; SIPP PN Medan per 2 Oktober 2026, diolah. Dihitung per putusan pailit, bukan per permohonan.</a:t>
            </a:r>
            <a:endParaRPr lang="en-US" sz="900" dirty="0"/>
          </a:p>
        </p:txBody>
      </p:sp>
      <p:sp>
        <p:nvSpPr>
          <p:cNvPr id="47" name="link_data_ring">
            <a:hlinkClick r:id="rId3"/>
            <a:hlinkHover r:id="rId3" highlightClick="1"/>
          </p:cNvPr>
          <p:cNvSpPr/>
          <p:nvPr/>
        </p:nvSpPr>
        <p:spPr>
          <a:xfrm>
            <a:off x="9189720" y="227584"/>
            <a:ext cx="2615184" cy="566928"/>
          </a:xfrm>
          <a:prstGeom prst="roundRect">
            <a:avLst>
              <a:gd name="adj" fmla="val 50000"/>
            </a:avLst>
          </a:prstGeom>
          <a:solidFill>
            <a:srgbClr val="C9A24A">
              <a:alpha val="20000"/>
            </a:srgbClr>
          </a:solidFill>
          <a:ln w="22225">
            <a:solidFill>
              <a:srgbClr val="C9A24A">
                <a:alpha val="75000"/>
              </a:srgbClr>
            </a:solidFill>
            <a:prstDash val="solid"/>
          </a:ln>
        </p:spPr>
        <p:txBody>
          <a:bodyPr/>
          <a:lstStyle/>
          <a:p>
            <a:endParaRPr lang="id-ID"/>
          </a:p>
        </p:txBody>
      </p:sp>
      <p:sp>
        <p:nvSpPr>
          <p:cNvPr id="48" name="link_data_bg">
            <a:hlinkClick r:id="rId3"/>
            <a:hlinkHover r:id="rId3" highlightClick="1"/>
          </p:cNvPr>
          <p:cNvSpPr/>
          <p:nvPr/>
        </p:nvSpPr>
        <p:spPr>
          <a:xfrm>
            <a:off x="9262872" y="282448"/>
            <a:ext cx="2468880" cy="457200"/>
          </a:xfrm>
          <a:prstGeom prst="roundRect">
            <a:avLst>
              <a:gd name="adj" fmla="val 50000"/>
            </a:avLst>
          </a:prstGeom>
          <a:solidFill>
            <a:srgbClr val="C9A24A"/>
          </a:solidFill>
          <a:ln w="19050">
            <a:solidFill>
              <a:srgbClr val="FFFFFF"/>
            </a:solidFill>
            <a:prstDash val="solid"/>
          </a:ln>
          <a:effectLst>
            <a:outerShdw blurRad="127000" dist="25400" dir="5400000" algn="bl" rotWithShape="0">
              <a:srgbClr val="7A1F2B">
                <a:alpha val="50000"/>
              </a:srgbClr>
            </a:outerShdw>
          </a:effectLst>
        </p:spPr>
        <p:txBody>
          <a:bodyPr/>
          <a:lstStyle/>
          <a:p>
            <a:endParaRPr lang="id-ID"/>
          </a:p>
        </p:txBody>
      </p:sp>
      <p:sp>
        <p:nvSpPr>
          <p:cNvPr id="49" name="link_data_c">
            <a:hlinkClick r:id="rId3"/>
            <a:hlinkHover r:id="rId3" highlightClick="1"/>
          </p:cNvPr>
          <p:cNvSpPr/>
          <p:nvPr/>
        </p:nvSpPr>
        <p:spPr>
          <a:xfrm>
            <a:off x="9317736" y="328168"/>
            <a:ext cx="365760" cy="365760"/>
          </a:xfrm>
          <a:prstGeom prst="ellipse">
            <a:avLst/>
          </a:prstGeom>
          <a:solidFill>
            <a:srgbClr val="7A1F2B"/>
          </a:solidFill>
          <a:ln w="12700">
            <a:solidFill>
              <a:srgbClr val="FFFFFF"/>
            </a:solidFill>
            <a:prstDash val="solid"/>
          </a:ln>
        </p:spPr>
        <p:txBody>
          <a:bodyPr/>
          <a:lstStyle/>
          <a:p>
            <a:endParaRPr lang="id-ID"/>
          </a:p>
        </p:txBody>
      </p:sp>
      <p:pic>
        <p:nvPicPr>
          <p:cNvPr id="50" name="link_data_i" descr="preencoded.png"/>
          <p:cNvPicPr>
            <a:picLocks noChangeAspect="1"/>
          </p:cNvPicPr>
          <p:nvPr/>
        </p:nvPicPr>
        <p:blipFill>
          <a:blip r:embed="rId4"/>
          <a:stretch>
            <a:fillRect/>
          </a:stretch>
        </p:blipFill>
        <p:spPr>
          <a:xfrm>
            <a:off x="9400032" y="410464"/>
            <a:ext cx="201168" cy="201168"/>
          </a:xfrm>
          <a:prstGeom prst="rect">
            <a:avLst/>
          </a:prstGeom>
        </p:spPr>
      </p:pic>
      <p:sp>
        <p:nvSpPr>
          <p:cNvPr id="51" name="link_data_t">
            <a:hlinkClick r:id="rId3"/>
            <a:hlinkHover r:id="rId3" highlightClick="1"/>
          </p:cNvPr>
          <p:cNvSpPr txBox="1"/>
          <p:nvPr/>
        </p:nvSpPr>
        <p:spPr>
          <a:xfrm>
            <a:off x="9747504" y="300736"/>
            <a:ext cx="1938528" cy="420624"/>
          </a:xfrm>
          <a:prstGeom prst="rect">
            <a:avLst/>
          </a:prstGeom>
          <a:noFill/>
          <a:ln/>
        </p:spPr>
        <p:txBody>
          <a:bodyPr wrap="square" lIns="0" tIns="0" rIns="0" bIns="0" rtlCol="0" anchor="ctr"/>
          <a:lstStyle/>
          <a:p>
            <a:pPr marL="0" indent="0">
              <a:buNone/>
            </a:pPr>
            <a:r>
              <a:rPr lang="en-US" sz="1100" b="1" kern="0" spc="50" dirty="0">
                <a:solidFill>
                  <a:srgbClr val="7A1F2B"/>
                </a:solidFill>
              </a:rPr>
              <a:t>LIHAT DATA INTERAKTIF</a:t>
            </a:r>
            <a:endParaRPr lang="en-US" sz="1100" dirty="0"/>
          </a:p>
          <a:p>
            <a:pPr marL="0" indent="0">
              <a:buNone/>
            </a:pPr>
            <a:r>
              <a:rPr lang="en-US" sz="850" i="1" dirty="0">
                <a:solidFill>
                  <a:srgbClr val="4E1219"/>
                </a:solidFill>
              </a:rPr>
              <a:t>grafik bergerak  ›</a:t>
            </a:r>
            <a:endParaRPr lang="en-US" sz="1100" dirty="0"/>
          </a:p>
        </p:txBody>
      </p:sp>
      <p:sp>
        <p:nvSpPr>
          <p:cNvPr id="52" name="link_data_cap">
            <a:hlinkClick r:id="rId3"/>
            <a:hlinkHover r:id="rId3" highlightClick="1"/>
          </p:cNvPr>
          <p:cNvSpPr txBox="1"/>
          <p:nvPr/>
        </p:nvSpPr>
        <p:spPr>
          <a:xfrm>
            <a:off x="9262872" y="821944"/>
            <a:ext cx="2468880" cy="365760"/>
          </a:xfrm>
          <a:prstGeom prst="rect">
            <a:avLst/>
          </a:prstGeom>
          <a:noFill/>
          <a:ln/>
        </p:spPr>
        <p:txBody>
          <a:bodyPr wrap="square" lIns="0" tIns="0" rIns="0" bIns="0" rtlCol="0" anchor="t"/>
          <a:lstStyle/>
          <a:p>
            <a:pPr marL="0" indent="0" algn="l">
              <a:buNone/>
            </a:pPr>
            <a:r>
              <a:rPr lang="en-US" sz="1000" b="1" dirty="0">
                <a:solidFill>
                  <a:srgbClr val="7A1F2B"/>
                </a:solidFill>
              </a:rPr>
              <a:t>Arahkan kursor ke tombol ini</a:t>
            </a:r>
            <a:r>
              <a:rPr lang="en-US" sz="1000" dirty="0">
                <a:solidFill>
                  <a:srgbClr val="555555"/>
                </a:solidFill>
              </a:rPr>
              <a:t> untuk membuka grafik perkara BHP Medan.</a:t>
            </a:r>
            <a:endParaRPr lang="en-US" sz="1000" dirty="0"/>
          </a:p>
        </p:txBody>
      </p:sp>
      <p:sp>
        <p:nvSpPr>
          <p:cNvPr id="53"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C8C8C"/>
                </a:solidFill>
              </a:defRPr>
            </a:lvl1pPr>
          </a:lstStyle>
          <a:p>
            <a:pPr algn="r"/>
            <a:fld id="{F7021451-1387-4CA6-816F-3879F97B5CBC}" type="slidenum">
              <a:rPr lang="en-US" b="0"/>
              <a:t>1</a:t>
            </a:fld>
            <a:endParaRPr lang="en-US"/>
          </a:p>
        </p:txBody>
      </p:sp>
    </p:spTree>
    <p:extLst>
      <p:ext uri="{BB962C8B-B14F-4D97-AF65-F5344CB8AC3E}">
        <p14:creationId xmlns:p14="http://schemas.microsoft.com/office/powerpoint/2010/main" val="34076213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450" decel="100000" fill="hold"/>
                                        <p:tgtEl>
                                          <p:spTgt spid="2"/>
                                        </p:tgtEl>
                                        <p:attrNameLst>
                                          <p:attrName>ppt_w</p:attrName>
                                        </p:attrNameLst>
                                      </p:cBhvr>
                                      <p:tavLst>
                                        <p:tav tm="0">
                                          <p:val>
                                            <p:fltVal val="0"/>
                                          </p:val>
                                        </p:tav>
                                        <p:tav tm="100000">
                                          <p:val>
                                            <p:strVal val="#ppt_w"/>
                                          </p:val>
                                        </p:tav>
                                      </p:tavLst>
                                    </p:anim>
                                    <p:anim calcmode="lin" valueType="num">
                                      <p:cBhvr>
                                        <p:cTn id="8" dur="450" decel="100000" fill="hold"/>
                                        <p:tgtEl>
                                          <p:spTgt spid="2"/>
                                        </p:tgtEl>
                                        <p:attrNameLst>
                                          <p:attrName>ppt_h</p:attrName>
                                        </p:attrNameLst>
                                      </p:cBhvr>
                                      <p:tavLst>
                                        <p:tav tm="0">
                                          <p:val>
                                            <p:fltVal val="0"/>
                                          </p:val>
                                        </p:tav>
                                        <p:tav tm="100000">
                                          <p:val>
                                            <p:strVal val="#ppt_h"/>
                                          </p:val>
                                        </p:tav>
                                      </p:tavLst>
                                    </p:anim>
                                    <p:animEffect transition="in" filter="fade">
                                      <p:cBhvr>
                                        <p:cTn id="9" dur="450"/>
                                        <p:tgtEl>
                                          <p:spTgt spid="2"/>
                                        </p:tgtEl>
                                      </p:cBhvr>
                                    </p:animEffect>
                                  </p:childTnLst>
                                </p:cTn>
                              </p:par>
                              <p:par>
                                <p:cTn id="10" presetID="53" presetClass="entr" presetSubtype="16" fill="hold" nodeType="withEffect">
                                  <p:stCondLst>
                                    <p:cond delay="110"/>
                                  </p:stCondLst>
                                  <p:childTnLst>
                                    <p:set>
                                      <p:cBhvr>
                                        <p:cTn id="11" dur="1" fill="hold">
                                          <p:stCondLst>
                                            <p:cond delay="0"/>
                                          </p:stCondLst>
                                        </p:cTn>
                                        <p:tgtEl>
                                          <p:spTgt spid="3"/>
                                        </p:tgtEl>
                                        <p:attrNameLst>
                                          <p:attrName>style.visibility</p:attrName>
                                        </p:attrNameLst>
                                      </p:cBhvr>
                                      <p:to>
                                        <p:strVal val="visible"/>
                                      </p:to>
                                    </p:set>
                                    <p:anim calcmode="lin" valueType="num">
                                      <p:cBhvr>
                                        <p:cTn id="12" dur="450" decel="100000" fill="hold"/>
                                        <p:tgtEl>
                                          <p:spTgt spid="3"/>
                                        </p:tgtEl>
                                        <p:attrNameLst>
                                          <p:attrName>ppt_w</p:attrName>
                                        </p:attrNameLst>
                                      </p:cBhvr>
                                      <p:tavLst>
                                        <p:tav tm="0">
                                          <p:val>
                                            <p:fltVal val="0"/>
                                          </p:val>
                                        </p:tav>
                                        <p:tav tm="100000">
                                          <p:val>
                                            <p:strVal val="#ppt_w"/>
                                          </p:val>
                                        </p:tav>
                                      </p:tavLst>
                                    </p:anim>
                                    <p:anim calcmode="lin" valueType="num">
                                      <p:cBhvr>
                                        <p:cTn id="13" dur="450" decel="100000" fill="hold"/>
                                        <p:tgtEl>
                                          <p:spTgt spid="3"/>
                                        </p:tgtEl>
                                        <p:attrNameLst>
                                          <p:attrName>ppt_h</p:attrName>
                                        </p:attrNameLst>
                                      </p:cBhvr>
                                      <p:tavLst>
                                        <p:tav tm="0">
                                          <p:val>
                                            <p:fltVal val="0"/>
                                          </p:val>
                                        </p:tav>
                                        <p:tav tm="100000">
                                          <p:val>
                                            <p:strVal val="#ppt_h"/>
                                          </p:val>
                                        </p:tav>
                                      </p:tavLst>
                                    </p:anim>
                                    <p:animEffect transition="in" filter="fade">
                                      <p:cBhvr>
                                        <p:cTn id="14" dur="450"/>
                                        <p:tgtEl>
                                          <p:spTgt spid="3"/>
                                        </p:tgtEl>
                                      </p:cBhvr>
                                    </p:animEffect>
                                  </p:childTnLst>
                                </p:cTn>
                              </p:par>
                              <p:par>
                                <p:cTn id="15" presetID="53" presetClass="entr" presetSubtype="16" fill="hold"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p:cTn id="17" dur="450" decel="100000" fill="hold"/>
                                        <p:tgtEl>
                                          <p:spTgt spid="4"/>
                                        </p:tgtEl>
                                        <p:attrNameLst>
                                          <p:attrName>ppt_w</p:attrName>
                                        </p:attrNameLst>
                                      </p:cBhvr>
                                      <p:tavLst>
                                        <p:tav tm="0">
                                          <p:val>
                                            <p:fltVal val="0"/>
                                          </p:val>
                                        </p:tav>
                                        <p:tav tm="100000">
                                          <p:val>
                                            <p:strVal val="#ppt_w"/>
                                          </p:val>
                                        </p:tav>
                                      </p:tavLst>
                                    </p:anim>
                                    <p:anim calcmode="lin" valueType="num">
                                      <p:cBhvr>
                                        <p:cTn id="18" dur="450" decel="100000" fill="hold"/>
                                        <p:tgtEl>
                                          <p:spTgt spid="4"/>
                                        </p:tgtEl>
                                        <p:attrNameLst>
                                          <p:attrName>ppt_h</p:attrName>
                                        </p:attrNameLst>
                                      </p:cBhvr>
                                      <p:tavLst>
                                        <p:tav tm="0">
                                          <p:val>
                                            <p:fltVal val="0"/>
                                          </p:val>
                                        </p:tav>
                                        <p:tav tm="100000">
                                          <p:val>
                                            <p:strVal val="#ppt_h"/>
                                          </p:val>
                                        </p:tav>
                                      </p:tavLst>
                                    </p:anim>
                                    <p:animEffect transition="in" filter="fade">
                                      <p:cBhvr>
                                        <p:cTn id="19" dur="450"/>
                                        <p:tgtEl>
                                          <p:spTgt spid="4"/>
                                        </p:tgtEl>
                                      </p:cBhvr>
                                    </p:animEffect>
                                  </p:childTnLst>
                                </p:cTn>
                              </p:par>
                              <p:par>
                                <p:cTn id="20" presetID="6" presetClass="emph" presetSubtype="0" repeatCount="indefinite" fill="hold" nodeType="withEffect">
                                  <p:stCondLst>
                                    <p:cond delay="600"/>
                                  </p:stCondLst>
                                  <p:childTnLst>
                                    <p:animScale>
                                      <p:cBhvr>
                                        <p:cTn id="21" dur="1100" accel="50000" decel="50000" autoRev="1" fill="hold"/>
                                        <p:tgtEl>
                                          <p:spTgt spid="47"/>
                                        </p:tgtEl>
                                      </p:cBhvr>
                                      <p:by x="112000" y="112000"/>
                                    </p:animScale>
                                  </p:childTnLst>
                                </p:cTn>
                              </p:par>
                              <p:par>
                                <p:cTn id="22" presetID="6" presetClass="emph" presetSubtype="0" repeatCount="indefinite" fill="hold" nodeType="withEffect">
                                  <p:stCondLst>
                                    <p:cond delay="600"/>
                                  </p:stCondLst>
                                  <p:childTnLst>
                                    <p:animScale>
                                      <p:cBhvr>
                                        <p:cTn id="23" dur="1100" accel="50000" decel="50000" autoRev="1" fill="hold"/>
                                        <p:tgtEl>
                                          <p:spTgt spid="48"/>
                                        </p:tgtEl>
                                      </p:cBhvr>
                                      <p:by x="103000" y="103000"/>
                                    </p:animScale>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450" decel="100000" fill="hold"/>
                                        <p:tgtEl>
                                          <p:spTgt spid="6"/>
                                        </p:tgtEl>
                                        <p:attrNameLst>
                                          <p:attrName>ppt_w</p:attrName>
                                        </p:attrNameLst>
                                      </p:cBhvr>
                                      <p:tavLst>
                                        <p:tav tm="0">
                                          <p:val>
                                            <p:fltVal val="0"/>
                                          </p:val>
                                        </p:tav>
                                        <p:tav tm="100000">
                                          <p:val>
                                            <p:strVal val="#ppt_w"/>
                                          </p:val>
                                        </p:tav>
                                      </p:tavLst>
                                    </p:anim>
                                    <p:anim calcmode="lin" valueType="num">
                                      <p:cBhvr>
                                        <p:cTn id="29" dur="450" decel="100000" fill="hold"/>
                                        <p:tgtEl>
                                          <p:spTgt spid="6"/>
                                        </p:tgtEl>
                                        <p:attrNameLst>
                                          <p:attrName>ppt_h</p:attrName>
                                        </p:attrNameLst>
                                      </p:cBhvr>
                                      <p:tavLst>
                                        <p:tav tm="0">
                                          <p:val>
                                            <p:fltVal val="0"/>
                                          </p:val>
                                        </p:tav>
                                        <p:tav tm="100000">
                                          <p:val>
                                            <p:strVal val="#ppt_h"/>
                                          </p:val>
                                        </p:tav>
                                      </p:tavLst>
                                    </p:anim>
                                    <p:animEffect transition="in" filter="fade">
                                      <p:cBhvr>
                                        <p:cTn id="30" dur="450"/>
                                        <p:tgtEl>
                                          <p:spTgt spid="6"/>
                                        </p:tgtEl>
                                      </p:cBhvr>
                                    </p:animEffect>
                                  </p:childTnLst>
                                </p:cTn>
                              </p:par>
                              <p:par>
                                <p:cTn id="31" presetID="53" presetClass="entr" presetSubtype="16" fill="hold" nodeType="withEffect">
                                  <p:stCondLst>
                                    <p:cond delay="110"/>
                                  </p:stCondLst>
                                  <p:childTnLst>
                                    <p:set>
                                      <p:cBhvr>
                                        <p:cTn id="32" dur="1" fill="hold">
                                          <p:stCondLst>
                                            <p:cond delay="0"/>
                                          </p:stCondLst>
                                        </p:cTn>
                                        <p:tgtEl>
                                          <p:spTgt spid="7"/>
                                        </p:tgtEl>
                                        <p:attrNameLst>
                                          <p:attrName>style.visibility</p:attrName>
                                        </p:attrNameLst>
                                      </p:cBhvr>
                                      <p:to>
                                        <p:strVal val="visible"/>
                                      </p:to>
                                    </p:set>
                                    <p:anim calcmode="lin" valueType="num">
                                      <p:cBhvr>
                                        <p:cTn id="33" dur="450" decel="100000" fill="hold"/>
                                        <p:tgtEl>
                                          <p:spTgt spid="7"/>
                                        </p:tgtEl>
                                        <p:attrNameLst>
                                          <p:attrName>ppt_w</p:attrName>
                                        </p:attrNameLst>
                                      </p:cBhvr>
                                      <p:tavLst>
                                        <p:tav tm="0">
                                          <p:val>
                                            <p:fltVal val="0"/>
                                          </p:val>
                                        </p:tav>
                                        <p:tav tm="100000">
                                          <p:val>
                                            <p:strVal val="#ppt_w"/>
                                          </p:val>
                                        </p:tav>
                                      </p:tavLst>
                                    </p:anim>
                                    <p:anim calcmode="lin" valueType="num">
                                      <p:cBhvr>
                                        <p:cTn id="34" dur="450" decel="100000" fill="hold"/>
                                        <p:tgtEl>
                                          <p:spTgt spid="7"/>
                                        </p:tgtEl>
                                        <p:attrNameLst>
                                          <p:attrName>ppt_h</p:attrName>
                                        </p:attrNameLst>
                                      </p:cBhvr>
                                      <p:tavLst>
                                        <p:tav tm="0">
                                          <p:val>
                                            <p:fltVal val="0"/>
                                          </p:val>
                                        </p:tav>
                                        <p:tav tm="100000">
                                          <p:val>
                                            <p:strVal val="#ppt_h"/>
                                          </p:val>
                                        </p:tav>
                                      </p:tavLst>
                                    </p:anim>
                                    <p:animEffect transition="in" filter="fade">
                                      <p:cBhvr>
                                        <p:cTn id="35" dur="450"/>
                                        <p:tgtEl>
                                          <p:spTgt spid="7"/>
                                        </p:tgtEl>
                                      </p:cBhvr>
                                    </p:animEffect>
                                  </p:childTnLst>
                                </p:cTn>
                              </p:par>
                              <p:par>
                                <p:cTn id="36" presetID="53" presetClass="entr" presetSubtype="16" fill="hold" nodeType="withEffect">
                                  <p:stCondLst>
                                    <p:cond delay="220"/>
                                  </p:stCondLst>
                                  <p:childTnLst>
                                    <p:set>
                                      <p:cBhvr>
                                        <p:cTn id="37" dur="1" fill="hold">
                                          <p:stCondLst>
                                            <p:cond delay="0"/>
                                          </p:stCondLst>
                                        </p:cTn>
                                        <p:tgtEl>
                                          <p:spTgt spid="8"/>
                                        </p:tgtEl>
                                        <p:attrNameLst>
                                          <p:attrName>style.visibility</p:attrName>
                                        </p:attrNameLst>
                                      </p:cBhvr>
                                      <p:to>
                                        <p:strVal val="visible"/>
                                      </p:to>
                                    </p:set>
                                    <p:anim calcmode="lin" valueType="num">
                                      <p:cBhvr>
                                        <p:cTn id="38" dur="450" decel="100000" fill="hold"/>
                                        <p:tgtEl>
                                          <p:spTgt spid="8"/>
                                        </p:tgtEl>
                                        <p:attrNameLst>
                                          <p:attrName>ppt_w</p:attrName>
                                        </p:attrNameLst>
                                      </p:cBhvr>
                                      <p:tavLst>
                                        <p:tav tm="0">
                                          <p:val>
                                            <p:fltVal val="0"/>
                                          </p:val>
                                        </p:tav>
                                        <p:tav tm="100000">
                                          <p:val>
                                            <p:strVal val="#ppt_w"/>
                                          </p:val>
                                        </p:tav>
                                      </p:tavLst>
                                    </p:anim>
                                    <p:anim calcmode="lin" valueType="num">
                                      <p:cBhvr>
                                        <p:cTn id="39" dur="450" decel="100000" fill="hold"/>
                                        <p:tgtEl>
                                          <p:spTgt spid="8"/>
                                        </p:tgtEl>
                                        <p:attrNameLst>
                                          <p:attrName>ppt_h</p:attrName>
                                        </p:attrNameLst>
                                      </p:cBhvr>
                                      <p:tavLst>
                                        <p:tav tm="0">
                                          <p:val>
                                            <p:fltVal val="0"/>
                                          </p:val>
                                        </p:tav>
                                        <p:tav tm="100000">
                                          <p:val>
                                            <p:strVal val="#ppt_h"/>
                                          </p:val>
                                        </p:tav>
                                      </p:tavLst>
                                    </p:anim>
                                    <p:animEffect transition="in" filter="fade">
                                      <p:cBhvr>
                                        <p:cTn id="40" dur="450"/>
                                        <p:tgtEl>
                                          <p:spTgt spid="8"/>
                                        </p:tgtEl>
                                      </p:cBhvr>
                                    </p:animEffect>
                                  </p:childTnLst>
                                </p:cTn>
                              </p:par>
                              <p:par>
                                <p:cTn id="41" presetID="53" presetClass="entr" presetSubtype="16" fill="hold" nodeType="withEffect">
                                  <p:stCondLst>
                                    <p:cond delay="330"/>
                                  </p:stCondLst>
                                  <p:childTnLst>
                                    <p:set>
                                      <p:cBhvr>
                                        <p:cTn id="42" dur="1" fill="hold">
                                          <p:stCondLst>
                                            <p:cond delay="0"/>
                                          </p:stCondLst>
                                        </p:cTn>
                                        <p:tgtEl>
                                          <p:spTgt spid="9"/>
                                        </p:tgtEl>
                                        <p:attrNameLst>
                                          <p:attrName>style.visibility</p:attrName>
                                        </p:attrNameLst>
                                      </p:cBhvr>
                                      <p:to>
                                        <p:strVal val="visible"/>
                                      </p:to>
                                    </p:set>
                                    <p:anim calcmode="lin" valueType="num">
                                      <p:cBhvr>
                                        <p:cTn id="43" dur="450" decel="100000" fill="hold"/>
                                        <p:tgtEl>
                                          <p:spTgt spid="9"/>
                                        </p:tgtEl>
                                        <p:attrNameLst>
                                          <p:attrName>ppt_w</p:attrName>
                                        </p:attrNameLst>
                                      </p:cBhvr>
                                      <p:tavLst>
                                        <p:tav tm="0">
                                          <p:val>
                                            <p:fltVal val="0"/>
                                          </p:val>
                                        </p:tav>
                                        <p:tav tm="100000">
                                          <p:val>
                                            <p:strVal val="#ppt_w"/>
                                          </p:val>
                                        </p:tav>
                                      </p:tavLst>
                                    </p:anim>
                                    <p:anim calcmode="lin" valueType="num">
                                      <p:cBhvr>
                                        <p:cTn id="44" dur="450" decel="100000" fill="hold"/>
                                        <p:tgtEl>
                                          <p:spTgt spid="9"/>
                                        </p:tgtEl>
                                        <p:attrNameLst>
                                          <p:attrName>ppt_h</p:attrName>
                                        </p:attrNameLst>
                                      </p:cBhvr>
                                      <p:tavLst>
                                        <p:tav tm="0">
                                          <p:val>
                                            <p:fltVal val="0"/>
                                          </p:val>
                                        </p:tav>
                                        <p:tav tm="100000">
                                          <p:val>
                                            <p:strVal val="#ppt_h"/>
                                          </p:val>
                                        </p:tav>
                                      </p:tavLst>
                                    </p:anim>
                                    <p:animEffect transition="in" filter="fade">
                                      <p:cBhvr>
                                        <p:cTn id="45" dur="450"/>
                                        <p:tgtEl>
                                          <p:spTgt spid="9"/>
                                        </p:tgtEl>
                                      </p:cBhvr>
                                    </p:animEffect>
                                  </p:childTnLst>
                                </p:cTn>
                              </p:par>
                              <p:par>
                                <p:cTn id="46" presetID="53" presetClass="entr" presetSubtype="16" fill="hold" nodeType="withEffect">
                                  <p:stCondLst>
                                    <p:cond delay="440"/>
                                  </p:stCondLst>
                                  <p:childTnLst>
                                    <p:set>
                                      <p:cBhvr>
                                        <p:cTn id="47" dur="1" fill="hold">
                                          <p:stCondLst>
                                            <p:cond delay="0"/>
                                          </p:stCondLst>
                                        </p:cTn>
                                        <p:tgtEl>
                                          <p:spTgt spid="10"/>
                                        </p:tgtEl>
                                        <p:attrNameLst>
                                          <p:attrName>style.visibility</p:attrName>
                                        </p:attrNameLst>
                                      </p:cBhvr>
                                      <p:to>
                                        <p:strVal val="visible"/>
                                      </p:to>
                                    </p:set>
                                    <p:anim calcmode="lin" valueType="num">
                                      <p:cBhvr>
                                        <p:cTn id="48" dur="450" decel="100000" fill="hold"/>
                                        <p:tgtEl>
                                          <p:spTgt spid="10"/>
                                        </p:tgtEl>
                                        <p:attrNameLst>
                                          <p:attrName>ppt_w</p:attrName>
                                        </p:attrNameLst>
                                      </p:cBhvr>
                                      <p:tavLst>
                                        <p:tav tm="0">
                                          <p:val>
                                            <p:fltVal val="0"/>
                                          </p:val>
                                        </p:tav>
                                        <p:tav tm="100000">
                                          <p:val>
                                            <p:strVal val="#ppt_w"/>
                                          </p:val>
                                        </p:tav>
                                      </p:tavLst>
                                    </p:anim>
                                    <p:anim calcmode="lin" valueType="num">
                                      <p:cBhvr>
                                        <p:cTn id="49" dur="450" decel="100000" fill="hold"/>
                                        <p:tgtEl>
                                          <p:spTgt spid="10"/>
                                        </p:tgtEl>
                                        <p:attrNameLst>
                                          <p:attrName>ppt_h</p:attrName>
                                        </p:attrNameLst>
                                      </p:cBhvr>
                                      <p:tavLst>
                                        <p:tav tm="0">
                                          <p:val>
                                            <p:fltVal val="0"/>
                                          </p:val>
                                        </p:tav>
                                        <p:tav tm="100000">
                                          <p:val>
                                            <p:strVal val="#ppt_h"/>
                                          </p:val>
                                        </p:tav>
                                      </p:tavLst>
                                    </p:anim>
                                    <p:animEffect transition="in" filter="fade">
                                      <p:cBhvr>
                                        <p:cTn id="50" dur="450"/>
                                        <p:tgtEl>
                                          <p:spTgt spid="10"/>
                                        </p:tgtEl>
                                      </p:cBhvr>
                                    </p:animEffect>
                                  </p:childTnLst>
                                </p:cTn>
                              </p:par>
                              <p:par>
                                <p:cTn id="51" presetID="53" presetClass="entr" presetSubtype="16" fill="hold" nodeType="withEffect">
                                  <p:stCondLst>
                                    <p:cond delay="550"/>
                                  </p:stCondLst>
                                  <p:childTnLst>
                                    <p:set>
                                      <p:cBhvr>
                                        <p:cTn id="52" dur="1" fill="hold">
                                          <p:stCondLst>
                                            <p:cond delay="0"/>
                                          </p:stCondLst>
                                        </p:cTn>
                                        <p:tgtEl>
                                          <p:spTgt spid="11"/>
                                        </p:tgtEl>
                                        <p:attrNameLst>
                                          <p:attrName>style.visibility</p:attrName>
                                        </p:attrNameLst>
                                      </p:cBhvr>
                                      <p:to>
                                        <p:strVal val="visible"/>
                                      </p:to>
                                    </p:set>
                                    <p:anim calcmode="lin" valueType="num">
                                      <p:cBhvr>
                                        <p:cTn id="53" dur="450" decel="100000" fill="hold"/>
                                        <p:tgtEl>
                                          <p:spTgt spid="11"/>
                                        </p:tgtEl>
                                        <p:attrNameLst>
                                          <p:attrName>ppt_w</p:attrName>
                                        </p:attrNameLst>
                                      </p:cBhvr>
                                      <p:tavLst>
                                        <p:tav tm="0">
                                          <p:val>
                                            <p:fltVal val="0"/>
                                          </p:val>
                                        </p:tav>
                                        <p:tav tm="100000">
                                          <p:val>
                                            <p:strVal val="#ppt_w"/>
                                          </p:val>
                                        </p:tav>
                                      </p:tavLst>
                                    </p:anim>
                                    <p:anim calcmode="lin" valueType="num">
                                      <p:cBhvr>
                                        <p:cTn id="54" dur="450" decel="100000" fill="hold"/>
                                        <p:tgtEl>
                                          <p:spTgt spid="11"/>
                                        </p:tgtEl>
                                        <p:attrNameLst>
                                          <p:attrName>ppt_h</p:attrName>
                                        </p:attrNameLst>
                                      </p:cBhvr>
                                      <p:tavLst>
                                        <p:tav tm="0">
                                          <p:val>
                                            <p:fltVal val="0"/>
                                          </p:val>
                                        </p:tav>
                                        <p:tav tm="100000">
                                          <p:val>
                                            <p:strVal val="#ppt_h"/>
                                          </p:val>
                                        </p:tav>
                                      </p:tavLst>
                                    </p:anim>
                                    <p:animEffect transition="in" filter="fade">
                                      <p:cBhvr>
                                        <p:cTn id="55" dur="450"/>
                                        <p:tgtEl>
                                          <p:spTgt spid="11"/>
                                        </p:tgtEl>
                                      </p:cBhvr>
                                    </p:animEffect>
                                  </p:childTnLst>
                                </p:cTn>
                              </p:par>
                              <p:par>
                                <p:cTn id="56" presetID="53" presetClass="entr" presetSubtype="16" fill="hold" nodeType="withEffect">
                                  <p:stCondLst>
                                    <p:cond delay="660"/>
                                  </p:stCondLst>
                                  <p:childTnLst>
                                    <p:set>
                                      <p:cBhvr>
                                        <p:cTn id="57" dur="1" fill="hold">
                                          <p:stCondLst>
                                            <p:cond delay="0"/>
                                          </p:stCondLst>
                                        </p:cTn>
                                        <p:tgtEl>
                                          <p:spTgt spid="12"/>
                                        </p:tgtEl>
                                        <p:attrNameLst>
                                          <p:attrName>style.visibility</p:attrName>
                                        </p:attrNameLst>
                                      </p:cBhvr>
                                      <p:to>
                                        <p:strVal val="visible"/>
                                      </p:to>
                                    </p:set>
                                    <p:anim calcmode="lin" valueType="num">
                                      <p:cBhvr>
                                        <p:cTn id="58" dur="450" decel="100000" fill="hold"/>
                                        <p:tgtEl>
                                          <p:spTgt spid="12"/>
                                        </p:tgtEl>
                                        <p:attrNameLst>
                                          <p:attrName>ppt_w</p:attrName>
                                        </p:attrNameLst>
                                      </p:cBhvr>
                                      <p:tavLst>
                                        <p:tav tm="0">
                                          <p:val>
                                            <p:fltVal val="0"/>
                                          </p:val>
                                        </p:tav>
                                        <p:tav tm="100000">
                                          <p:val>
                                            <p:strVal val="#ppt_w"/>
                                          </p:val>
                                        </p:tav>
                                      </p:tavLst>
                                    </p:anim>
                                    <p:anim calcmode="lin" valueType="num">
                                      <p:cBhvr>
                                        <p:cTn id="59" dur="450" decel="100000" fill="hold"/>
                                        <p:tgtEl>
                                          <p:spTgt spid="12"/>
                                        </p:tgtEl>
                                        <p:attrNameLst>
                                          <p:attrName>ppt_h</p:attrName>
                                        </p:attrNameLst>
                                      </p:cBhvr>
                                      <p:tavLst>
                                        <p:tav tm="0">
                                          <p:val>
                                            <p:fltVal val="0"/>
                                          </p:val>
                                        </p:tav>
                                        <p:tav tm="100000">
                                          <p:val>
                                            <p:strVal val="#ppt_h"/>
                                          </p:val>
                                        </p:tav>
                                      </p:tavLst>
                                    </p:anim>
                                    <p:animEffect transition="in" filter="fade">
                                      <p:cBhvr>
                                        <p:cTn id="60" dur="45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p:cTn id="65" dur="450" decel="100000" fill="hold"/>
                                        <p:tgtEl>
                                          <p:spTgt spid="14"/>
                                        </p:tgtEl>
                                        <p:attrNameLst>
                                          <p:attrName>ppt_w</p:attrName>
                                        </p:attrNameLst>
                                      </p:cBhvr>
                                      <p:tavLst>
                                        <p:tav tm="0">
                                          <p:val>
                                            <p:fltVal val="0"/>
                                          </p:val>
                                        </p:tav>
                                        <p:tav tm="100000">
                                          <p:val>
                                            <p:strVal val="#ppt_w"/>
                                          </p:val>
                                        </p:tav>
                                      </p:tavLst>
                                    </p:anim>
                                    <p:anim calcmode="lin" valueType="num">
                                      <p:cBhvr>
                                        <p:cTn id="66" dur="450" decel="100000" fill="hold"/>
                                        <p:tgtEl>
                                          <p:spTgt spid="14"/>
                                        </p:tgtEl>
                                        <p:attrNameLst>
                                          <p:attrName>ppt_h</p:attrName>
                                        </p:attrNameLst>
                                      </p:cBhvr>
                                      <p:tavLst>
                                        <p:tav tm="0">
                                          <p:val>
                                            <p:fltVal val="0"/>
                                          </p:val>
                                        </p:tav>
                                        <p:tav tm="100000">
                                          <p:val>
                                            <p:strVal val="#ppt_h"/>
                                          </p:val>
                                        </p:tav>
                                      </p:tavLst>
                                    </p:anim>
                                    <p:animEffect transition="in" filter="fade">
                                      <p:cBhvr>
                                        <p:cTn id="67" dur="450"/>
                                        <p:tgtEl>
                                          <p:spTgt spid="14"/>
                                        </p:tgtEl>
                                      </p:cBhvr>
                                    </p:animEffect>
                                  </p:childTnLst>
                                </p:cTn>
                              </p:par>
                              <p:par>
                                <p:cTn id="68" presetID="53" presetClass="entr" presetSubtype="16" fill="hold" nodeType="withEffect">
                                  <p:stCondLst>
                                    <p:cond delay="110"/>
                                  </p:stCondLst>
                                  <p:childTnLst>
                                    <p:set>
                                      <p:cBhvr>
                                        <p:cTn id="69" dur="1" fill="hold">
                                          <p:stCondLst>
                                            <p:cond delay="0"/>
                                          </p:stCondLst>
                                        </p:cTn>
                                        <p:tgtEl>
                                          <p:spTgt spid="15"/>
                                        </p:tgtEl>
                                        <p:attrNameLst>
                                          <p:attrName>style.visibility</p:attrName>
                                        </p:attrNameLst>
                                      </p:cBhvr>
                                      <p:to>
                                        <p:strVal val="visible"/>
                                      </p:to>
                                    </p:set>
                                    <p:anim calcmode="lin" valueType="num">
                                      <p:cBhvr>
                                        <p:cTn id="70" dur="450" decel="100000" fill="hold"/>
                                        <p:tgtEl>
                                          <p:spTgt spid="15"/>
                                        </p:tgtEl>
                                        <p:attrNameLst>
                                          <p:attrName>ppt_w</p:attrName>
                                        </p:attrNameLst>
                                      </p:cBhvr>
                                      <p:tavLst>
                                        <p:tav tm="0">
                                          <p:val>
                                            <p:fltVal val="0"/>
                                          </p:val>
                                        </p:tav>
                                        <p:tav tm="100000">
                                          <p:val>
                                            <p:strVal val="#ppt_w"/>
                                          </p:val>
                                        </p:tav>
                                      </p:tavLst>
                                    </p:anim>
                                    <p:anim calcmode="lin" valueType="num">
                                      <p:cBhvr>
                                        <p:cTn id="71" dur="450" decel="100000" fill="hold"/>
                                        <p:tgtEl>
                                          <p:spTgt spid="15"/>
                                        </p:tgtEl>
                                        <p:attrNameLst>
                                          <p:attrName>ppt_h</p:attrName>
                                        </p:attrNameLst>
                                      </p:cBhvr>
                                      <p:tavLst>
                                        <p:tav tm="0">
                                          <p:val>
                                            <p:fltVal val="0"/>
                                          </p:val>
                                        </p:tav>
                                        <p:tav tm="100000">
                                          <p:val>
                                            <p:strVal val="#ppt_h"/>
                                          </p:val>
                                        </p:tav>
                                      </p:tavLst>
                                    </p:anim>
                                    <p:animEffect transition="in" filter="fade">
                                      <p:cBhvr>
                                        <p:cTn id="72" dur="450"/>
                                        <p:tgtEl>
                                          <p:spTgt spid="15"/>
                                        </p:tgtEl>
                                      </p:cBhvr>
                                    </p:animEffect>
                                  </p:childTnLst>
                                </p:cTn>
                              </p:par>
                              <p:par>
                                <p:cTn id="73" presetID="53" presetClass="entr" presetSubtype="16" fill="hold" nodeType="withEffect">
                                  <p:stCondLst>
                                    <p:cond delay="220"/>
                                  </p:stCondLst>
                                  <p:childTnLst>
                                    <p:set>
                                      <p:cBhvr>
                                        <p:cTn id="74" dur="1" fill="hold">
                                          <p:stCondLst>
                                            <p:cond delay="0"/>
                                          </p:stCondLst>
                                        </p:cTn>
                                        <p:tgtEl>
                                          <p:spTgt spid="16"/>
                                        </p:tgtEl>
                                        <p:attrNameLst>
                                          <p:attrName>style.visibility</p:attrName>
                                        </p:attrNameLst>
                                      </p:cBhvr>
                                      <p:to>
                                        <p:strVal val="visible"/>
                                      </p:to>
                                    </p:set>
                                    <p:anim calcmode="lin" valueType="num">
                                      <p:cBhvr>
                                        <p:cTn id="75" dur="450" decel="100000" fill="hold"/>
                                        <p:tgtEl>
                                          <p:spTgt spid="16"/>
                                        </p:tgtEl>
                                        <p:attrNameLst>
                                          <p:attrName>ppt_w</p:attrName>
                                        </p:attrNameLst>
                                      </p:cBhvr>
                                      <p:tavLst>
                                        <p:tav tm="0">
                                          <p:val>
                                            <p:fltVal val="0"/>
                                          </p:val>
                                        </p:tav>
                                        <p:tav tm="100000">
                                          <p:val>
                                            <p:strVal val="#ppt_w"/>
                                          </p:val>
                                        </p:tav>
                                      </p:tavLst>
                                    </p:anim>
                                    <p:anim calcmode="lin" valueType="num">
                                      <p:cBhvr>
                                        <p:cTn id="76" dur="450" decel="100000" fill="hold"/>
                                        <p:tgtEl>
                                          <p:spTgt spid="16"/>
                                        </p:tgtEl>
                                        <p:attrNameLst>
                                          <p:attrName>ppt_h</p:attrName>
                                        </p:attrNameLst>
                                      </p:cBhvr>
                                      <p:tavLst>
                                        <p:tav tm="0">
                                          <p:val>
                                            <p:fltVal val="0"/>
                                          </p:val>
                                        </p:tav>
                                        <p:tav tm="100000">
                                          <p:val>
                                            <p:strVal val="#ppt_h"/>
                                          </p:val>
                                        </p:tav>
                                      </p:tavLst>
                                    </p:anim>
                                    <p:animEffect transition="in" filter="fade">
                                      <p:cBhvr>
                                        <p:cTn id="77" dur="450"/>
                                        <p:tgtEl>
                                          <p:spTgt spid="16"/>
                                        </p:tgtEl>
                                      </p:cBhvr>
                                    </p:animEffect>
                                  </p:childTnLst>
                                </p:cTn>
                              </p:par>
                              <p:par>
                                <p:cTn id="78" presetID="53" presetClass="entr" presetSubtype="16" fill="hold" nodeType="withEffect">
                                  <p:stCondLst>
                                    <p:cond delay="330"/>
                                  </p:stCondLst>
                                  <p:childTnLst>
                                    <p:set>
                                      <p:cBhvr>
                                        <p:cTn id="79" dur="1" fill="hold">
                                          <p:stCondLst>
                                            <p:cond delay="0"/>
                                          </p:stCondLst>
                                        </p:cTn>
                                        <p:tgtEl>
                                          <p:spTgt spid="17"/>
                                        </p:tgtEl>
                                        <p:attrNameLst>
                                          <p:attrName>style.visibility</p:attrName>
                                        </p:attrNameLst>
                                      </p:cBhvr>
                                      <p:to>
                                        <p:strVal val="visible"/>
                                      </p:to>
                                    </p:set>
                                    <p:anim calcmode="lin" valueType="num">
                                      <p:cBhvr>
                                        <p:cTn id="80" dur="450" decel="100000" fill="hold"/>
                                        <p:tgtEl>
                                          <p:spTgt spid="17"/>
                                        </p:tgtEl>
                                        <p:attrNameLst>
                                          <p:attrName>ppt_w</p:attrName>
                                        </p:attrNameLst>
                                      </p:cBhvr>
                                      <p:tavLst>
                                        <p:tav tm="0">
                                          <p:val>
                                            <p:fltVal val="0"/>
                                          </p:val>
                                        </p:tav>
                                        <p:tav tm="100000">
                                          <p:val>
                                            <p:strVal val="#ppt_w"/>
                                          </p:val>
                                        </p:tav>
                                      </p:tavLst>
                                    </p:anim>
                                    <p:anim calcmode="lin" valueType="num">
                                      <p:cBhvr>
                                        <p:cTn id="81" dur="450" decel="100000" fill="hold"/>
                                        <p:tgtEl>
                                          <p:spTgt spid="17"/>
                                        </p:tgtEl>
                                        <p:attrNameLst>
                                          <p:attrName>ppt_h</p:attrName>
                                        </p:attrNameLst>
                                      </p:cBhvr>
                                      <p:tavLst>
                                        <p:tav tm="0">
                                          <p:val>
                                            <p:fltVal val="0"/>
                                          </p:val>
                                        </p:tav>
                                        <p:tav tm="100000">
                                          <p:val>
                                            <p:strVal val="#ppt_h"/>
                                          </p:val>
                                        </p:tav>
                                      </p:tavLst>
                                    </p:anim>
                                    <p:animEffect transition="in" filter="fade">
                                      <p:cBhvr>
                                        <p:cTn id="82" dur="450"/>
                                        <p:tgtEl>
                                          <p:spTgt spid="17"/>
                                        </p:tgtEl>
                                      </p:cBhvr>
                                    </p:animEffect>
                                  </p:childTnLst>
                                </p:cTn>
                              </p:par>
                              <p:par>
                                <p:cTn id="83" presetID="53" presetClass="entr" presetSubtype="16" fill="hold" nodeType="withEffect">
                                  <p:stCondLst>
                                    <p:cond delay="440"/>
                                  </p:stCondLst>
                                  <p:childTnLst>
                                    <p:set>
                                      <p:cBhvr>
                                        <p:cTn id="84" dur="1" fill="hold">
                                          <p:stCondLst>
                                            <p:cond delay="0"/>
                                          </p:stCondLst>
                                        </p:cTn>
                                        <p:tgtEl>
                                          <p:spTgt spid="18"/>
                                        </p:tgtEl>
                                        <p:attrNameLst>
                                          <p:attrName>style.visibility</p:attrName>
                                        </p:attrNameLst>
                                      </p:cBhvr>
                                      <p:to>
                                        <p:strVal val="visible"/>
                                      </p:to>
                                    </p:set>
                                    <p:anim calcmode="lin" valueType="num">
                                      <p:cBhvr>
                                        <p:cTn id="85" dur="450" decel="100000" fill="hold"/>
                                        <p:tgtEl>
                                          <p:spTgt spid="18"/>
                                        </p:tgtEl>
                                        <p:attrNameLst>
                                          <p:attrName>ppt_w</p:attrName>
                                        </p:attrNameLst>
                                      </p:cBhvr>
                                      <p:tavLst>
                                        <p:tav tm="0">
                                          <p:val>
                                            <p:fltVal val="0"/>
                                          </p:val>
                                        </p:tav>
                                        <p:tav tm="100000">
                                          <p:val>
                                            <p:strVal val="#ppt_w"/>
                                          </p:val>
                                        </p:tav>
                                      </p:tavLst>
                                    </p:anim>
                                    <p:anim calcmode="lin" valueType="num">
                                      <p:cBhvr>
                                        <p:cTn id="86" dur="450" decel="100000" fill="hold"/>
                                        <p:tgtEl>
                                          <p:spTgt spid="18"/>
                                        </p:tgtEl>
                                        <p:attrNameLst>
                                          <p:attrName>ppt_h</p:attrName>
                                        </p:attrNameLst>
                                      </p:cBhvr>
                                      <p:tavLst>
                                        <p:tav tm="0">
                                          <p:val>
                                            <p:fltVal val="0"/>
                                          </p:val>
                                        </p:tav>
                                        <p:tav tm="100000">
                                          <p:val>
                                            <p:strVal val="#ppt_h"/>
                                          </p:val>
                                        </p:tav>
                                      </p:tavLst>
                                    </p:anim>
                                    <p:animEffect transition="in" filter="fade">
                                      <p:cBhvr>
                                        <p:cTn id="87" dur="450"/>
                                        <p:tgtEl>
                                          <p:spTgt spid="18"/>
                                        </p:tgtEl>
                                      </p:cBhvr>
                                    </p:animEffect>
                                  </p:childTnLst>
                                </p:cTn>
                              </p:par>
                              <p:par>
                                <p:cTn id="88" presetID="53" presetClass="entr" presetSubtype="16" fill="hold" nodeType="withEffect">
                                  <p:stCondLst>
                                    <p:cond delay="550"/>
                                  </p:stCondLst>
                                  <p:childTnLst>
                                    <p:set>
                                      <p:cBhvr>
                                        <p:cTn id="89" dur="1" fill="hold">
                                          <p:stCondLst>
                                            <p:cond delay="0"/>
                                          </p:stCondLst>
                                        </p:cTn>
                                        <p:tgtEl>
                                          <p:spTgt spid="19"/>
                                        </p:tgtEl>
                                        <p:attrNameLst>
                                          <p:attrName>style.visibility</p:attrName>
                                        </p:attrNameLst>
                                      </p:cBhvr>
                                      <p:to>
                                        <p:strVal val="visible"/>
                                      </p:to>
                                    </p:set>
                                    <p:anim calcmode="lin" valueType="num">
                                      <p:cBhvr>
                                        <p:cTn id="90" dur="450" decel="100000" fill="hold"/>
                                        <p:tgtEl>
                                          <p:spTgt spid="19"/>
                                        </p:tgtEl>
                                        <p:attrNameLst>
                                          <p:attrName>ppt_w</p:attrName>
                                        </p:attrNameLst>
                                      </p:cBhvr>
                                      <p:tavLst>
                                        <p:tav tm="0">
                                          <p:val>
                                            <p:fltVal val="0"/>
                                          </p:val>
                                        </p:tav>
                                        <p:tav tm="100000">
                                          <p:val>
                                            <p:strVal val="#ppt_w"/>
                                          </p:val>
                                        </p:tav>
                                      </p:tavLst>
                                    </p:anim>
                                    <p:anim calcmode="lin" valueType="num">
                                      <p:cBhvr>
                                        <p:cTn id="91" dur="450" decel="100000" fill="hold"/>
                                        <p:tgtEl>
                                          <p:spTgt spid="19"/>
                                        </p:tgtEl>
                                        <p:attrNameLst>
                                          <p:attrName>ppt_h</p:attrName>
                                        </p:attrNameLst>
                                      </p:cBhvr>
                                      <p:tavLst>
                                        <p:tav tm="0">
                                          <p:val>
                                            <p:fltVal val="0"/>
                                          </p:val>
                                        </p:tav>
                                        <p:tav tm="100000">
                                          <p:val>
                                            <p:strVal val="#ppt_h"/>
                                          </p:val>
                                        </p:tav>
                                      </p:tavLst>
                                    </p:anim>
                                    <p:animEffect transition="in" filter="fade">
                                      <p:cBhvr>
                                        <p:cTn id="92" dur="450"/>
                                        <p:tgtEl>
                                          <p:spTgt spid="19"/>
                                        </p:tgtEl>
                                      </p:cBhvr>
                                    </p:animEffect>
                                  </p:childTnLst>
                                </p:cTn>
                              </p:par>
                              <p:par>
                                <p:cTn id="93" presetID="53" presetClass="entr" presetSubtype="16" fill="hold" nodeType="withEffect">
                                  <p:stCondLst>
                                    <p:cond delay="660"/>
                                  </p:stCondLst>
                                  <p:childTnLst>
                                    <p:set>
                                      <p:cBhvr>
                                        <p:cTn id="94" dur="1" fill="hold">
                                          <p:stCondLst>
                                            <p:cond delay="0"/>
                                          </p:stCondLst>
                                        </p:cTn>
                                        <p:tgtEl>
                                          <p:spTgt spid="20"/>
                                        </p:tgtEl>
                                        <p:attrNameLst>
                                          <p:attrName>style.visibility</p:attrName>
                                        </p:attrNameLst>
                                      </p:cBhvr>
                                      <p:to>
                                        <p:strVal val="visible"/>
                                      </p:to>
                                    </p:set>
                                    <p:anim calcmode="lin" valueType="num">
                                      <p:cBhvr>
                                        <p:cTn id="95" dur="450" decel="100000" fill="hold"/>
                                        <p:tgtEl>
                                          <p:spTgt spid="20"/>
                                        </p:tgtEl>
                                        <p:attrNameLst>
                                          <p:attrName>ppt_w</p:attrName>
                                        </p:attrNameLst>
                                      </p:cBhvr>
                                      <p:tavLst>
                                        <p:tav tm="0">
                                          <p:val>
                                            <p:fltVal val="0"/>
                                          </p:val>
                                        </p:tav>
                                        <p:tav tm="100000">
                                          <p:val>
                                            <p:strVal val="#ppt_w"/>
                                          </p:val>
                                        </p:tav>
                                      </p:tavLst>
                                    </p:anim>
                                    <p:anim calcmode="lin" valueType="num">
                                      <p:cBhvr>
                                        <p:cTn id="96" dur="450" decel="100000" fill="hold"/>
                                        <p:tgtEl>
                                          <p:spTgt spid="20"/>
                                        </p:tgtEl>
                                        <p:attrNameLst>
                                          <p:attrName>ppt_h</p:attrName>
                                        </p:attrNameLst>
                                      </p:cBhvr>
                                      <p:tavLst>
                                        <p:tav tm="0">
                                          <p:val>
                                            <p:fltVal val="0"/>
                                          </p:val>
                                        </p:tav>
                                        <p:tav tm="100000">
                                          <p:val>
                                            <p:strVal val="#ppt_h"/>
                                          </p:val>
                                        </p:tav>
                                      </p:tavLst>
                                    </p:anim>
                                    <p:animEffect transition="in" filter="fade">
                                      <p:cBhvr>
                                        <p:cTn id="97" dur="450"/>
                                        <p:tgtEl>
                                          <p:spTgt spid="20"/>
                                        </p:tgtEl>
                                      </p:cBhvr>
                                    </p:animEffect>
                                  </p:childTnLst>
                                </p:cTn>
                              </p:par>
                              <p:par>
                                <p:cTn id="98" presetID="53" presetClass="entr" presetSubtype="16" fill="hold" nodeType="withEffect">
                                  <p:stCondLst>
                                    <p:cond delay="770"/>
                                  </p:stCondLst>
                                  <p:childTnLst>
                                    <p:set>
                                      <p:cBhvr>
                                        <p:cTn id="99" dur="1" fill="hold">
                                          <p:stCondLst>
                                            <p:cond delay="0"/>
                                          </p:stCondLst>
                                        </p:cTn>
                                        <p:tgtEl>
                                          <p:spTgt spid="21"/>
                                        </p:tgtEl>
                                        <p:attrNameLst>
                                          <p:attrName>style.visibility</p:attrName>
                                        </p:attrNameLst>
                                      </p:cBhvr>
                                      <p:to>
                                        <p:strVal val="visible"/>
                                      </p:to>
                                    </p:set>
                                    <p:anim calcmode="lin" valueType="num">
                                      <p:cBhvr>
                                        <p:cTn id="100" dur="450" decel="100000" fill="hold"/>
                                        <p:tgtEl>
                                          <p:spTgt spid="21"/>
                                        </p:tgtEl>
                                        <p:attrNameLst>
                                          <p:attrName>ppt_w</p:attrName>
                                        </p:attrNameLst>
                                      </p:cBhvr>
                                      <p:tavLst>
                                        <p:tav tm="0">
                                          <p:val>
                                            <p:fltVal val="0"/>
                                          </p:val>
                                        </p:tav>
                                        <p:tav tm="100000">
                                          <p:val>
                                            <p:strVal val="#ppt_w"/>
                                          </p:val>
                                        </p:tav>
                                      </p:tavLst>
                                    </p:anim>
                                    <p:anim calcmode="lin" valueType="num">
                                      <p:cBhvr>
                                        <p:cTn id="101" dur="450" decel="100000" fill="hold"/>
                                        <p:tgtEl>
                                          <p:spTgt spid="21"/>
                                        </p:tgtEl>
                                        <p:attrNameLst>
                                          <p:attrName>ppt_h</p:attrName>
                                        </p:attrNameLst>
                                      </p:cBhvr>
                                      <p:tavLst>
                                        <p:tav tm="0">
                                          <p:val>
                                            <p:fltVal val="0"/>
                                          </p:val>
                                        </p:tav>
                                        <p:tav tm="100000">
                                          <p:val>
                                            <p:strVal val="#ppt_h"/>
                                          </p:val>
                                        </p:tav>
                                      </p:tavLst>
                                    </p:anim>
                                    <p:animEffect transition="in" filter="fade">
                                      <p:cBhvr>
                                        <p:cTn id="102" dur="450"/>
                                        <p:tgtEl>
                                          <p:spTgt spid="21"/>
                                        </p:tgtEl>
                                      </p:cBhvr>
                                    </p:animEffect>
                                  </p:childTnLst>
                                </p:cTn>
                              </p:par>
                              <p:par>
                                <p:cTn id="103" presetID="53" presetClass="entr" presetSubtype="16" fill="hold" nodeType="withEffect">
                                  <p:stCondLst>
                                    <p:cond delay="880"/>
                                  </p:stCondLst>
                                  <p:childTnLst>
                                    <p:set>
                                      <p:cBhvr>
                                        <p:cTn id="104" dur="1" fill="hold">
                                          <p:stCondLst>
                                            <p:cond delay="0"/>
                                          </p:stCondLst>
                                        </p:cTn>
                                        <p:tgtEl>
                                          <p:spTgt spid="22"/>
                                        </p:tgtEl>
                                        <p:attrNameLst>
                                          <p:attrName>style.visibility</p:attrName>
                                        </p:attrNameLst>
                                      </p:cBhvr>
                                      <p:to>
                                        <p:strVal val="visible"/>
                                      </p:to>
                                    </p:set>
                                    <p:anim calcmode="lin" valueType="num">
                                      <p:cBhvr>
                                        <p:cTn id="105" dur="450" decel="100000" fill="hold"/>
                                        <p:tgtEl>
                                          <p:spTgt spid="22"/>
                                        </p:tgtEl>
                                        <p:attrNameLst>
                                          <p:attrName>ppt_w</p:attrName>
                                        </p:attrNameLst>
                                      </p:cBhvr>
                                      <p:tavLst>
                                        <p:tav tm="0">
                                          <p:val>
                                            <p:fltVal val="0"/>
                                          </p:val>
                                        </p:tav>
                                        <p:tav tm="100000">
                                          <p:val>
                                            <p:strVal val="#ppt_w"/>
                                          </p:val>
                                        </p:tav>
                                      </p:tavLst>
                                    </p:anim>
                                    <p:anim calcmode="lin" valueType="num">
                                      <p:cBhvr>
                                        <p:cTn id="106" dur="450" decel="100000" fill="hold"/>
                                        <p:tgtEl>
                                          <p:spTgt spid="22"/>
                                        </p:tgtEl>
                                        <p:attrNameLst>
                                          <p:attrName>ppt_h</p:attrName>
                                        </p:attrNameLst>
                                      </p:cBhvr>
                                      <p:tavLst>
                                        <p:tav tm="0">
                                          <p:val>
                                            <p:fltVal val="0"/>
                                          </p:val>
                                        </p:tav>
                                        <p:tav tm="100000">
                                          <p:val>
                                            <p:strVal val="#ppt_h"/>
                                          </p:val>
                                        </p:tav>
                                      </p:tavLst>
                                    </p:anim>
                                    <p:animEffect transition="in" filter="fade">
                                      <p:cBhvr>
                                        <p:cTn id="107" dur="450"/>
                                        <p:tgtEl>
                                          <p:spTgt spid="22"/>
                                        </p:tgtEl>
                                      </p:cBhvr>
                                    </p:animEffect>
                                  </p:childTnLst>
                                </p:cTn>
                              </p:par>
                              <p:par>
                                <p:cTn id="108" presetID="53" presetClass="entr" presetSubtype="16" fill="hold" nodeType="withEffect">
                                  <p:stCondLst>
                                    <p:cond delay="990"/>
                                  </p:stCondLst>
                                  <p:childTnLst>
                                    <p:set>
                                      <p:cBhvr>
                                        <p:cTn id="109" dur="1" fill="hold">
                                          <p:stCondLst>
                                            <p:cond delay="0"/>
                                          </p:stCondLst>
                                        </p:cTn>
                                        <p:tgtEl>
                                          <p:spTgt spid="23"/>
                                        </p:tgtEl>
                                        <p:attrNameLst>
                                          <p:attrName>style.visibility</p:attrName>
                                        </p:attrNameLst>
                                      </p:cBhvr>
                                      <p:to>
                                        <p:strVal val="visible"/>
                                      </p:to>
                                    </p:set>
                                    <p:anim calcmode="lin" valueType="num">
                                      <p:cBhvr>
                                        <p:cTn id="110" dur="450" decel="100000" fill="hold"/>
                                        <p:tgtEl>
                                          <p:spTgt spid="23"/>
                                        </p:tgtEl>
                                        <p:attrNameLst>
                                          <p:attrName>ppt_w</p:attrName>
                                        </p:attrNameLst>
                                      </p:cBhvr>
                                      <p:tavLst>
                                        <p:tav tm="0">
                                          <p:val>
                                            <p:fltVal val="0"/>
                                          </p:val>
                                        </p:tav>
                                        <p:tav tm="100000">
                                          <p:val>
                                            <p:strVal val="#ppt_w"/>
                                          </p:val>
                                        </p:tav>
                                      </p:tavLst>
                                    </p:anim>
                                    <p:anim calcmode="lin" valueType="num">
                                      <p:cBhvr>
                                        <p:cTn id="111" dur="450" decel="100000" fill="hold"/>
                                        <p:tgtEl>
                                          <p:spTgt spid="23"/>
                                        </p:tgtEl>
                                        <p:attrNameLst>
                                          <p:attrName>ppt_h</p:attrName>
                                        </p:attrNameLst>
                                      </p:cBhvr>
                                      <p:tavLst>
                                        <p:tav tm="0">
                                          <p:val>
                                            <p:fltVal val="0"/>
                                          </p:val>
                                        </p:tav>
                                        <p:tav tm="100000">
                                          <p:val>
                                            <p:strVal val="#ppt_h"/>
                                          </p:val>
                                        </p:tav>
                                      </p:tavLst>
                                    </p:anim>
                                    <p:animEffect transition="in" filter="fade">
                                      <p:cBhvr>
                                        <p:cTn id="112" dur="450"/>
                                        <p:tgtEl>
                                          <p:spTgt spid="23"/>
                                        </p:tgtEl>
                                      </p:cBhvr>
                                    </p:animEffect>
                                  </p:childTnLst>
                                </p:cTn>
                              </p:par>
                              <p:par>
                                <p:cTn id="113" presetID="53" presetClass="entr" presetSubtype="16" fill="hold" nodeType="withEffect">
                                  <p:stCondLst>
                                    <p:cond delay="1100"/>
                                  </p:stCondLst>
                                  <p:childTnLst>
                                    <p:set>
                                      <p:cBhvr>
                                        <p:cTn id="114" dur="1" fill="hold">
                                          <p:stCondLst>
                                            <p:cond delay="0"/>
                                          </p:stCondLst>
                                        </p:cTn>
                                        <p:tgtEl>
                                          <p:spTgt spid="24"/>
                                        </p:tgtEl>
                                        <p:attrNameLst>
                                          <p:attrName>style.visibility</p:attrName>
                                        </p:attrNameLst>
                                      </p:cBhvr>
                                      <p:to>
                                        <p:strVal val="visible"/>
                                      </p:to>
                                    </p:set>
                                    <p:anim calcmode="lin" valueType="num">
                                      <p:cBhvr>
                                        <p:cTn id="115" dur="450" decel="100000" fill="hold"/>
                                        <p:tgtEl>
                                          <p:spTgt spid="24"/>
                                        </p:tgtEl>
                                        <p:attrNameLst>
                                          <p:attrName>ppt_w</p:attrName>
                                        </p:attrNameLst>
                                      </p:cBhvr>
                                      <p:tavLst>
                                        <p:tav tm="0">
                                          <p:val>
                                            <p:fltVal val="0"/>
                                          </p:val>
                                        </p:tav>
                                        <p:tav tm="100000">
                                          <p:val>
                                            <p:strVal val="#ppt_w"/>
                                          </p:val>
                                        </p:tav>
                                      </p:tavLst>
                                    </p:anim>
                                    <p:anim calcmode="lin" valueType="num">
                                      <p:cBhvr>
                                        <p:cTn id="116" dur="450" decel="100000" fill="hold"/>
                                        <p:tgtEl>
                                          <p:spTgt spid="24"/>
                                        </p:tgtEl>
                                        <p:attrNameLst>
                                          <p:attrName>ppt_h</p:attrName>
                                        </p:attrNameLst>
                                      </p:cBhvr>
                                      <p:tavLst>
                                        <p:tav tm="0">
                                          <p:val>
                                            <p:fltVal val="0"/>
                                          </p:val>
                                        </p:tav>
                                        <p:tav tm="100000">
                                          <p:val>
                                            <p:strVal val="#ppt_h"/>
                                          </p:val>
                                        </p:tav>
                                      </p:tavLst>
                                    </p:anim>
                                    <p:animEffect transition="in" filter="fade">
                                      <p:cBhvr>
                                        <p:cTn id="117" dur="450"/>
                                        <p:tgtEl>
                                          <p:spTgt spid="24"/>
                                        </p:tgtEl>
                                      </p:cBhvr>
                                    </p:animEffect>
                                  </p:childTnLst>
                                </p:cTn>
                              </p:par>
                              <p:par>
                                <p:cTn id="118" presetID="53" presetClass="entr" presetSubtype="16" fill="hold" nodeType="withEffect">
                                  <p:stCondLst>
                                    <p:cond delay="1210"/>
                                  </p:stCondLst>
                                  <p:childTnLst>
                                    <p:set>
                                      <p:cBhvr>
                                        <p:cTn id="119" dur="1" fill="hold">
                                          <p:stCondLst>
                                            <p:cond delay="0"/>
                                          </p:stCondLst>
                                        </p:cTn>
                                        <p:tgtEl>
                                          <p:spTgt spid="25"/>
                                        </p:tgtEl>
                                        <p:attrNameLst>
                                          <p:attrName>style.visibility</p:attrName>
                                        </p:attrNameLst>
                                      </p:cBhvr>
                                      <p:to>
                                        <p:strVal val="visible"/>
                                      </p:to>
                                    </p:set>
                                    <p:anim calcmode="lin" valueType="num">
                                      <p:cBhvr>
                                        <p:cTn id="120" dur="450" decel="100000" fill="hold"/>
                                        <p:tgtEl>
                                          <p:spTgt spid="25"/>
                                        </p:tgtEl>
                                        <p:attrNameLst>
                                          <p:attrName>ppt_w</p:attrName>
                                        </p:attrNameLst>
                                      </p:cBhvr>
                                      <p:tavLst>
                                        <p:tav tm="0">
                                          <p:val>
                                            <p:fltVal val="0"/>
                                          </p:val>
                                        </p:tav>
                                        <p:tav tm="100000">
                                          <p:val>
                                            <p:strVal val="#ppt_w"/>
                                          </p:val>
                                        </p:tav>
                                      </p:tavLst>
                                    </p:anim>
                                    <p:anim calcmode="lin" valueType="num">
                                      <p:cBhvr>
                                        <p:cTn id="121" dur="450" decel="100000" fill="hold"/>
                                        <p:tgtEl>
                                          <p:spTgt spid="25"/>
                                        </p:tgtEl>
                                        <p:attrNameLst>
                                          <p:attrName>ppt_h</p:attrName>
                                        </p:attrNameLst>
                                      </p:cBhvr>
                                      <p:tavLst>
                                        <p:tav tm="0">
                                          <p:val>
                                            <p:fltVal val="0"/>
                                          </p:val>
                                        </p:tav>
                                        <p:tav tm="100000">
                                          <p:val>
                                            <p:strVal val="#ppt_h"/>
                                          </p:val>
                                        </p:tav>
                                      </p:tavLst>
                                    </p:anim>
                                    <p:animEffect transition="in" filter="fade">
                                      <p:cBhvr>
                                        <p:cTn id="122" dur="45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53" presetClass="entr" presetSubtype="16" fill="hold" nodeType="clickEffect">
                                  <p:stCondLst>
                                    <p:cond delay="0"/>
                                  </p:stCondLst>
                                  <p:childTnLst>
                                    <p:set>
                                      <p:cBhvr>
                                        <p:cTn id="126" dur="1" fill="hold">
                                          <p:stCondLst>
                                            <p:cond delay="0"/>
                                          </p:stCondLst>
                                        </p:cTn>
                                        <p:tgtEl>
                                          <p:spTgt spid="27"/>
                                        </p:tgtEl>
                                        <p:attrNameLst>
                                          <p:attrName>style.visibility</p:attrName>
                                        </p:attrNameLst>
                                      </p:cBhvr>
                                      <p:to>
                                        <p:strVal val="visible"/>
                                      </p:to>
                                    </p:set>
                                    <p:anim calcmode="lin" valueType="num">
                                      <p:cBhvr>
                                        <p:cTn id="127" dur="450" decel="100000" fill="hold"/>
                                        <p:tgtEl>
                                          <p:spTgt spid="27"/>
                                        </p:tgtEl>
                                        <p:attrNameLst>
                                          <p:attrName>ppt_w</p:attrName>
                                        </p:attrNameLst>
                                      </p:cBhvr>
                                      <p:tavLst>
                                        <p:tav tm="0">
                                          <p:val>
                                            <p:fltVal val="0"/>
                                          </p:val>
                                        </p:tav>
                                        <p:tav tm="100000">
                                          <p:val>
                                            <p:strVal val="#ppt_w"/>
                                          </p:val>
                                        </p:tav>
                                      </p:tavLst>
                                    </p:anim>
                                    <p:anim calcmode="lin" valueType="num">
                                      <p:cBhvr>
                                        <p:cTn id="128" dur="450" decel="100000" fill="hold"/>
                                        <p:tgtEl>
                                          <p:spTgt spid="27"/>
                                        </p:tgtEl>
                                        <p:attrNameLst>
                                          <p:attrName>ppt_h</p:attrName>
                                        </p:attrNameLst>
                                      </p:cBhvr>
                                      <p:tavLst>
                                        <p:tav tm="0">
                                          <p:val>
                                            <p:fltVal val="0"/>
                                          </p:val>
                                        </p:tav>
                                        <p:tav tm="100000">
                                          <p:val>
                                            <p:strVal val="#ppt_h"/>
                                          </p:val>
                                        </p:tav>
                                      </p:tavLst>
                                    </p:anim>
                                    <p:animEffect transition="in" filter="fade">
                                      <p:cBhvr>
                                        <p:cTn id="129" dur="450"/>
                                        <p:tgtEl>
                                          <p:spTgt spid="27"/>
                                        </p:tgtEl>
                                      </p:cBhvr>
                                    </p:animEffect>
                                  </p:childTnLst>
                                </p:cTn>
                              </p:par>
                              <p:par>
                                <p:cTn id="130" presetID="53" presetClass="entr" presetSubtype="16" fill="hold" nodeType="withEffect">
                                  <p:stCondLst>
                                    <p:cond delay="110"/>
                                  </p:stCondLst>
                                  <p:childTnLst>
                                    <p:set>
                                      <p:cBhvr>
                                        <p:cTn id="131" dur="1" fill="hold">
                                          <p:stCondLst>
                                            <p:cond delay="0"/>
                                          </p:stCondLst>
                                        </p:cTn>
                                        <p:tgtEl>
                                          <p:spTgt spid="28"/>
                                        </p:tgtEl>
                                        <p:attrNameLst>
                                          <p:attrName>style.visibility</p:attrName>
                                        </p:attrNameLst>
                                      </p:cBhvr>
                                      <p:to>
                                        <p:strVal val="visible"/>
                                      </p:to>
                                    </p:set>
                                    <p:anim calcmode="lin" valueType="num">
                                      <p:cBhvr>
                                        <p:cTn id="132" dur="450" decel="100000" fill="hold"/>
                                        <p:tgtEl>
                                          <p:spTgt spid="28"/>
                                        </p:tgtEl>
                                        <p:attrNameLst>
                                          <p:attrName>ppt_w</p:attrName>
                                        </p:attrNameLst>
                                      </p:cBhvr>
                                      <p:tavLst>
                                        <p:tav tm="0">
                                          <p:val>
                                            <p:fltVal val="0"/>
                                          </p:val>
                                        </p:tav>
                                        <p:tav tm="100000">
                                          <p:val>
                                            <p:strVal val="#ppt_w"/>
                                          </p:val>
                                        </p:tav>
                                      </p:tavLst>
                                    </p:anim>
                                    <p:anim calcmode="lin" valueType="num">
                                      <p:cBhvr>
                                        <p:cTn id="133" dur="450" decel="100000" fill="hold"/>
                                        <p:tgtEl>
                                          <p:spTgt spid="28"/>
                                        </p:tgtEl>
                                        <p:attrNameLst>
                                          <p:attrName>ppt_h</p:attrName>
                                        </p:attrNameLst>
                                      </p:cBhvr>
                                      <p:tavLst>
                                        <p:tav tm="0">
                                          <p:val>
                                            <p:fltVal val="0"/>
                                          </p:val>
                                        </p:tav>
                                        <p:tav tm="100000">
                                          <p:val>
                                            <p:strVal val="#ppt_h"/>
                                          </p:val>
                                        </p:tav>
                                      </p:tavLst>
                                    </p:anim>
                                    <p:animEffect transition="in" filter="fade">
                                      <p:cBhvr>
                                        <p:cTn id="134" dur="450"/>
                                        <p:tgtEl>
                                          <p:spTgt spid="28"/>
                                        </p:tgtEl>
                                      </p:cBhvr>
                                    </p:animEffect>
                                  </p:childTnLst>
                                </p:cTn>
                              </p:par>
                              <p:par>
                                <p:cTn id="135" presetID="53" presetClass="entr" presetSubtype="16" fill="hold" nodeType="withEffect">
                                  <p:stCondLst>
                                    <p:cond delay="22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450" decel="100000" fill="hold"/>
                                        <p:tgtEl>
                                          <p:spTgt spid="29"/>
                                        </p:tgtEl>
                                        <p:attrNameLst>
                                          <p:attrName>ppt_w</p:attrName>
                                        </p:attrNameLst>
                                      </p:cBhvr>
                                      <p:tavLst>
                                        <p:tav tm="0">
                                          <p:val>
                                            <p:fltVal val="0"/>
                                          </p:val>
                                        </p:tav>
                                        <p:tav tm="100000">
                                          <p:val>
                                            <p:strVal val="#ppt_w"/>
                                          </p:val>
                                        </p:tav>
                                      </p:tavLst>
                                    </p:anim>
                                    <p:anim calcmode="lin" valueType="num">
                                      <p:cBhvr>
                                        <p:cTn id="138" dur="450" decel="100000" fill="hold"/>
                                        <p:tgtEl>
                                          <p:spTgt spid="29"/>
                                        </p:tgtEl>
                                        <p:attrNameLst>
                                          <p:attrName>ppt_h</p:attrName>
                                        </p:attrNameLst>
                                      </p:cBhvr>
                                      <p:tavLst>
                                        <p:tav tm="0">
                                          <p:val>
                                            <p:fltVal val="0"/>
                                          </p:val>
                                        </p:tav>
                                        <p:tav tm="100000">
                                          <p:val>
                                            <p:strVal val="#ppt_h"/>
                                          </p:val>
                                        </p:tav>
                                      </p:tavLst>
                                    </p:anim>
                                    <p:animEffect transition="in" filter="fade">
                                      <p:cBhvr>
                                        <p:cTn id="139" dur="450"/>
                                        <p:tgtEl>
                                          <p:spTgt spid="29"/>
                                        </p:tgtEl>
                                      </p:cBhvr>
                                    </p:animEffect>
                                  </p:childTnLst>
                                </p:cTn>
                              </p:par>
                              <p:par>
                                <p:cTn id="140" presetID="53" presetClass="entr" presetSubtype="16" fill="hold" nodeType="withEffect">
                                  <p:stCondLst>
                                    <p:cond delay="330"/>
                                  </p:stCondLst>
                                  <p:childTnLst>
                                    <p:set>
                                      <p:cBhvr>
                                        <p:cTn id="141" dur="1" fill="hold">
                                          <p:stCondLst>
                                            <p:cond delay="0"/>
                                          </p:stCondLst>
                                        </p:cTn>
                                        <p:tgtEl>
                                          <p:spTgt spid="30"/>
                                        </p:tgtEl>
                                        <p:attrNameLst>
                                          <p:attrName>style.visibility</p:attrName>
                                        </p:attrNameLst>
                                      </p:cBhvr>
                                      <p:to>
                                        <p:strVal val="visible"/>
                                      </p:to>
                                    </p:set>
                                    <p:anim calcmode="lin" valueType="num">
                                      <p:cBhvr>
                                        <p:cTn id="142" dur="450" decel="100000" fill="hold"/>
                                        <p:tgtEl>
                                          <p:spTgt spid="30"/>
                                        </p:tgtEl>
                                        <p:attrNameLst>
                                          <p:attrName>ppt_w</p:attrName>
                                        </p:attrNameLst>
                                      </p:cBhvr>
                                      <p:tavLst>
                                        <p:tav tm="0">
                                          <p:val>
                                            <p:fltVal val="0"/>
                                          </p:val>
                                        </p:tav>
                                        <p:tav tm="100000">
                                          <p:val>
                                            <p:strVal val="#ppt_w"/>
                                          </p:val>
                                        </p:tav>
                                      </p:tavLst>
                                    </p:anim>
                                    <p:anim calcmode="lin" valueType="num">
                                      <p:cBhvr>
                                        <p:cTn id="143" dur="450" decel="100000" fill="hold"/>
                                        <p:tgtEl>
                                          <p:spTgt spid="30"/>
                                        </p:tgtEl>
                                        <p:attrNameLst>
                                          <p:attrName>ppt_h</p:attrName>
                                        </p:attrNameLst>
                                      </p:cBhvr>
                                      <p:tavLst>
                                        <p:tav tm="0">
                                          <p:val>
                                            <p:fltVal val="0"/>
                                          </p:val>
                                        </p:tav>
                                        <p:tav tm="100000">
                                          <p:val>
                                            <p:strVal val="#ppt_h"/>
                                          </p:val>
                                        </p:tav>
                                      </p:tavLst>
                                    </p:anim>
                                    <p:animEffect transition="in" filter="fade">
                                      <p:cBhvr>
                                        <p:cTn id="144" dur="450"/>
                                        <p:tgtEl>
                                          <p:spTgt spid="30"/>
                                        </p:tgtEl>
                                      </p:cBhvr>
                                    </p:animEffect>
                                  </p:childTnLst>
                                </p:cTn>
                              </p:par>
                              <p:par>
                                <p:cTn id="145" presetID="53" presetClass="entr" presetSubtype="16" fill="hold" nodeType="withEffect">
                                  <p:stCondLst>
                                    <p:cond delay="440"/>
                                  </p:stCondLst>
                                  <p:childTnLst>
                                    <p:set>
                                      <p:cBhvr>
                                        <p:cTn id="146" dur="1" fill="hold">
                                          <p:stCondLst>
                                            <p:cond delay="0"/>
                                          </p:stCondLst>
                                        </p:cTn>
                                        <p:tgtEl>
                                          <p:spTgt spid="31"/>
                                        </p:tgtEl>
                                        <p:attrNameLst>
                                          <p:attrName>style.visibility</p:attrName>
                                        </p:attrNameLst>
                                      </p:cBhvr>
                                      <p:to>
                                        <p:strVal val="visible"/>
                                      </p:to>
                                    </p:set>
                                    <p:anim calcmode="lin" valueType="num">
                                      <p:cBhvr>
                                        <p:cTn id="147" dur="450" decel="100000" fill="hold"/>
                                        <p:tgtEl>
                                          <p:spTgt spid="31"/>
                                        </p:tgtEl>
                                        <p:attrNameLst>
                                          <p:attrName>ppt_w</p:attrName>
                                        </p:attrNameLst>
                                      </p:cBhvr>
                                      <p:tavLst>
                                        <p:tav tm="0">
                                          <p:val>
                                            <p:fltVal val="0"/>
                                          </p:val>
                                        </p:tav>
                                        <p:tav tm="100000">
                                          <p:val>
                                            <p:strVal val="#ppt_w"/>
                                          </p:val>
                                        </p:tav>
                                      </p:tavLst>
                                    </p:anim>
                                    <p:anim calcmode="lin" valueType="num">
                                      <p:cBhvr>
                                        <p:cTn id="148" dur="450" decel="100000" fill="hold"/>
                                        <p:tgtEl>
                                          <p:spTgt spid="31"/>
                                        </p:tgtEl>
                                        <p:attrNameLst>
                                          <p:attrName>ppt_h</p:attrName>
                                        </p:attrNameLst>
                                      </p:cBhvr>
                                      <p:tavLst>
                                        <p:tav tm="0">
                                          <p:val>
                                            <p:fltVal val="0"/>
                                          </p:val>
                                        </p:tav>
                                        <p:tav tm="100000">
                                          <p:val>
                                            <p:strVal val="#ppt_h"/>
                                          </p:val>
                                        </p:tav>
                                      </p:tavLst>
                                    </p:anim>
                                    <p:animEffect transition="in" filter="fade">
                                      <p:cBhvr>
                                        <p:cTn id="149" dur="450"/>
                                        <p:tgtEl>
                                          <p:spTgt spid="31"/>
                                        </p:tgtEl>
                                      </p:cBhvr>
                                    </p:animEffect>
                                  </p:childTnLst>
                                </p:cTn>
                              </p:par>
                              <p:par>
                                <p:cTn id="150" presetID="53" presetClass="entr" presetSubtype="16" fill="hold" nodeType="withEffect">
                                  <p:stCondLst>
                                    <p:cond delay="550"/>
                                  </p:stCondLst>
                                  <p:childTnLst>
                                    <p:set>
                                      <p:cBhvr>
                                        <p:cTn id="151" dur="1" fill="hold">
                                          <p:stCondLst>
                                            <p:cond delay="0"/>
                                          </p:stCondLst>
                                        </p:cTn>
                                        <p:tgtEl>
                                          <p:spTgt spid="32"/>
                                        </p:tgtEl>
                                        <p:attrNameLst>
                                          <p:attrName>style.visibility</p:attrName>
                                        </p:attrNameLst>
                                      </p:cBhvr>
                                      <p:to>
                                        <p:strVal val="visible"/>
                                      </p:to>
                                    </p:set>
                                    <p:anim calcmode="lin" valueType="num">
                                      <p:cBhvr>
                                        <p:cTn id="152" dur="450" decel="100000" fill="hold"/>
                                        <p:tgtEl>
                                          <p:spTgt spid="32"/>
                                        </p:tgtEl>
                                        <p:attrNameLst>
                                          <p:attrName>ppt_w</p:attrName>
                                        </p:attrNameLst>
                                      </p:cBhvr>
                                      <p:tavLst>
                                        <p:tav tm="0">
                                          <p:val>
                                            <p:fltVal val="0"/>
                                          </p:val>
                                        </p:tav>
                                        <p:tav tm="100000">
                                          <p:val>
                                            <p:strVal val="#ppt_w"/>
                                          </p:val>
                                        </p:tav>
                                      </p:tavLst>
                                    </p:anim>
                                    <p:anim calcmode="lin" valueType="num">
                                      <p:cBhvr>
                                        <p:cTn id="153" dur="450" decel="100000" fill="hold"/>
                                        <p:tgtEl>
                                          <p:spTgt spid="32"/>
                                        </p:tgtEl>
                                        <p:attrNameLst>
                                          <p:attrName>ppt_h</p:attrName>
                                        </p:attrNameLst>
                                      </p:cBhvr>
                                      <p:tavLst>
                                        <p:tav tm="0">
                                          <p:val>
                                            <p:fltVal val="0"/>
                                          </p:val>
                                        </p:tav>
                                        <p:tav tm="100000">
                                          <p:val>
                                            <p:strVal val="#ppt_h"/>
                                          </p:val>
                                        </p:tav>
                                      </p:tavLst>
                                    </p:anim>
                                    <p:animEffect transition="in" filter="fade">
                                      <p:cBhvr>
                                        <p:cTn id="154" dur="450"/>
                                        <p:tgtEl>
                                          <p:spTgt spid="32"/>
                                        </p:tgtEl>
                                      </p:cBhvr>
                                    </p:animEffect>
                                  </p:childTnLst>
                                </p:cTn>
                              </p:par>
                              <p:par>
                                <p:cTn id="155" presetID="53" presetClass="entr" presetSubtype="16" fill="hold" nodeType="withEffect">
                                  <p:stCondLst>
                                    <p:cond delay="660"/>
                                  </p:stCondLst>
                                  <p:childTnLst>
                                    <p:set>
                                      <p:cBhvr>
                                        <p:cTn id="156" dur="1" fill="hold">
                                          <p:stCondLst>
                                            <p:cond delay="0"/>
                                          </p:stCondLst>
                                        </p:cTn>
                                        <p:tgtEl>
                                          <p:spTgt spid="33"/>
                                        </p:tgtEl>
                                        <p:attrNameLst>
                                          <p:attrName>style.visibility</p:attrName>
                                        </p:attrNameLst>
                                      </p:cBhvr>
                                      <p:to>
                                        <p:strVal val="visible"/>
                                      </p:to>
                                    </p:set>
                                    <p:anim calcmode="lin" valueType="num">
                                      <p:cBhvr>
                                        <p:cTn id="157" dur="450" decel="100000" fill="hold"/>
                                        <p:tgtEl>
                                          <p:spTgt spid="33"/>
                                        </p:tgtEl>
                                        <p:attrNameLst>
                                          <p:attrName>ppt_w</p:attrName>
                                        </p:attrNameLst>
                                      </p:cBhvr>
                                      <p:tavLst>
                                        <p:tav tm="0">
                                          <p:val>
                                            <p:fltVal val="0"/>
                                          </p:val>
                                        </p:tav>
                                        <p:tav tm="100000">
                                          <p:val>
                                            <p:strVal val="#ppt_w"/>
                                          </p:val>
                                        </p:tav>
                                      </p:tavLst>
                                    </p:anim>
                                    <p:anim calcmode="lin" valueType="num">
                                      <p:cBhvr>
                                        <p:cTn id="158" dur="450" decel="100000" fill="hold"/>
                                        <p:tgtEl>
                                          <p:spTgt spid="33"/>
                                        </p:tgtEl>
                                        <p:attrNameLst>
                                          <p:attrName>ppt_h</p:attrName>
                                        </p:attrNameLst>
                                      </p:cBhvr>
                                      <p:tavLst>
                                        <p:tav tm="0">
                                          <p:val>
                                            <p:fltVal val="0"/>
                                          </p:val>
                                        </p:tav>
                                        <p:tav tm="100000">
                                          <p:val>
                                            <p:strVal val="#ppt_h"/>
                                          </p:val>
                                        </p:tav>
                                      </p:tavLst>
                                    </p:anim>
                                    <p:animEffect transition="in" filter="fade">
                                      <p:cBhvr>
                                        <p:cTn id="159" dur="450"/>
                                        <p:tgtEl>
                                          <p:spTgt spid="33"/>
                                        </p:tgtEl>
                                      </p:cBhvr>
                                    </p:animEffect>
                                  </p:childTnLst>
                                </p:cTn>
                              </p:par>
                            </p:childTnLst>
                          </p:cTn>
                        </p:par>
                      </p:childTnLst>
                    </p:cTn>
                  </p:par>
                  <p:par>
                    <p:cTn id="160" fill="hold">
                      <p:stCondLst>
                        <p:cond delay="indefinite"/>
                      </p:stCondLst>
                      <p:childTnLst>
                        <p:par>
                          <p:cTn id="161" fill="hold">
                            <p:stCondLst>
                              <p:cond delay="0"/>
                            </p:stCondLst>
                            <p:childTnLst>
                              <p:par>
                                <p:cTn id="162" presetID="53" presetClass="entr" presetSubtype="16" fill="hold" nodeType="clickEffect">
                                  <p:stCondLst>
                                    <p:cond delay="0"/>
                                  </p:stCondLst>
                                  <p:childTnLst>
                                    <p:set>
                                      <p:cBhvr>
                                        <p:cTn id="163" dur="1" fill="hold">
                                          <p:stCondLst>
                                            <p:cond delay="0"/>
                                          </p:stCondLst>
                                        </p:cTn>
                                        <p:tgtEl>
                                          <p:spTgt spid="35"/>
                                        </p:tgtEl>
                                        <p:attrNameLst>
                                          <p:attrName>style.visibility</p:attrName>
                                        </p:attrNameLst>
                                      </p:cBhvr>
                                      <p:to>
                                        <p:strVal val="visible"/>
                                      </p:to>
                                    </p:set>
                                    <p:anim calcmode="lin" valueType="num">
                                      <p:cBhvr>
                                        <p:cTn id="164" dur="450" decel="100000" fill="hold"/>
                                        <p:tgtEl>
                                          <p:spTgt spid="35"/>
                                        </p:tgtEl>
                                        <p:attrNameLst>
                                          <p:attrName>ppt_w</p:attrName>
                                        </p:attrNameLst>
                                      </p:cBhvr>
                                      <p:tavLst>
                                        <p:tav tm="0">
                                          <p:val>
                                            <p:fltVal val="0"/>
                                          </p:val>
                                        </p:tav>
                                        <p:tav tm="100000">
                                          <p:val>
                                            <p:strVal val="#ppt_w"/>
                                          </p:val>
                                        </p:tav>
                                      </p:tavLst>
                                    </p:anim>
                                    <p:anim calcmode="lin" valueType="num">
                                      <p:cBhvr>
                                        <p:cTn id="165" dur="450" decel="100000" fill="hold"/>
                                        <p:tgtEl>
                                          <p:spTgt spid="35"/>
                                        </p:tgtEl>
                                        <p:attrNameLst>
                                          <p:attrName>ppt_h</p:attrName>
                                        </p:attrNameLst>
                                      </p:cBhvr>
                                      <p:tavLst>
                                        <p:tav tm="0">
                                          <p:val>
                                            <p:fltVal val="0"/>
                                          </p:val>
                                        </p:tav>
                                        <p:tav tm="100000">
                                          <p:val>
                                            <p:strVal val="#ppt_h"/>
                                          </p:val>
                                        </p:tav>
                                      </p:tavLst>
                                    </p:anim>
                                    <p:animEffect transition="in" filter="fade">
                                      <p:cBhvr>
                                        <p:cTn id="166" dur="450"/>
                                        <p:tgtEl>
                                          <p:spTgt spid="35"/>
                                        </p:tgtEl>
                                      </p:cBhvr>
                                    </p:animEffect>
                                  </p:childTnLst>
                                </p:cTn>
                              </p:par>
                              <p:par>
                                <p:cTn id="167" presetID="53" presetClass="entr" presetSubtype="16" fill="hold" nodeType="withEffect">
                                  <p:stCondLst>
                                    <p:cond delay="110"/>
                                  </p:stCondLst>
                                  <p:childTnLst>
                                    <p:set>
                                      <p:cBhvr>
                                        <p:cTn id="168" dur="1" fill="hold">
                                          <p:stCondLst>
                                            <p:cond delay="0"/>
                                          </p:stCondLst>
                                        </p:cTn>
                                        <p:tgtEl>
                                          <p:spTgt spid="36"/>
                                        </p:tgtEl>
                                        <p:attrNameLst>
                                          <p:attrName>style.visibility</p:attrName>
                                        </p:attrNameLst>
                                      </p:cBhvr>
                                      <p:to>
                                        <p:strVal val="visible"/>
                                      </p:to>
                                    </p:set>
                                    <p:anim calcmode="lin" valueType="num">
                                      <p:cBhvr>
                                        <p:cTn id="169" dur="450" decel="100000" fill="hold"/>
                                        <p:tgtEl>
                                          <p:spTgt spid="36"/>
                                        </p:tgtEl>
                                        <p:attrNameLst>
                                          <p:attrName>ppt_w</p:attrName>
                                        </p:attrNameLst>
                                      </p:cBhvr>
                                      <p:tavLst>
                                        <p:tav tm="0">
                                          <p:val>
                                            <p:fltVal val="0"/>
                                          </p:val>
                                        </p:tav>
                                        <p:tav tm="100000">
                                          <p:val>
                                            <p:strVal val="#ppt_w"/>
                                          </p:val>
                                        </p:tav>
                                      </p:tavLst>
                                    </p:anim>
                                    <p:anim calcmode="lin" valueType="num">
                                      <p:cBhvr>
                                        <p:cTn id="170" dur="450" decel="100000" fill="hold"/>
                                        <p:tgtEl>
                                          <p:spTgt spid="36"/>
                                        </p:tgtEl>
                                        <p:attrNameLst>
                                          <p:attrName>ppt_h</p:attrName>
                                        </p:attrNameLst>
                                      </p:cBhvr>
                                      <p:tavLst>
                                        <p:tav tm="0">
                                          <p:val>
                                            <p:fltVal val="0"/>
                                          </p:val>
                                        </p:tav>
                                        <p:tav tm="100000">
                                          <p:val>
                                            <p:strVal val="#ppt_h"/>
                                          </p:val>
                                        </p:tav>
                                      </p:tavLst>
                                    </p:anim>
                                    <p:animEffect transition="in" filter="fade">
                                      <p:cBhvr>
                                        <p:cTn id="171" dur="450"/>
                                        <p:tgtEl>
                                          <p:spTgt spid="36"/>
                                        </p:tgtEl>
                                      </p:cBhvr>
                                    </p:animEffect>
                                  </p:childTnLst>
                                </p:cTn>
                              </p:par>
                              <p:par>
                                <p:cTn id="172" presetID="53" presetClass="entr" presetSubtype="16" fill="hold" nodeType="withEffect">
                                  <p:stCondLst>
                                    <p:cond delay="220"/>
                                  </p:stCondLst>
                                  <p:childTnLst>
                                    <p:set>
                                      <p:cBhvr>
                                        <p:cTn id="173" dur="1" fill="hold">
                                          <p:stCondLst>
                                            <p:cond delay="0"/>
                                          </p:stCondLst>
                                        </p:cTn>
                                        <p:tgtEl>
                                          <p:spTgt spid="37"/>
                                        </p:tgtEl>
                                        <p:attrNameLst>
                                          <p:attrName>style.visibility</p:attrName>
                                        </p:attrNameLst>
                                      </p:cBhvr>
                                      <p:to>
                                        <p:strVal val="visible"/>
                                      </p:to>
                                    </p:set>
                                    <p:anim calcmode="lin" valueType="num">
                                      <p:cBhvr>
                                        <p:cTn id="174" dur="450" decel="100000" fill="hold"/>
                                        <p:tgtEl>
                                          <p:spTgt spid="37"/>
                                        </p:tgtEl>
                                        <p:attrNameLst>
                                          <p:attrName>ppt_w</p:attrName>
                                        </p:attrNameLst>
                                      </p:cBhvr>
                                      <p:tavLst>
                                        <p:tav tm="0">
                                          <p:val>
                                            <p:fltVal val="0"/>
                                          </p:val>
                                        </p:tav>
                                        <p:tav tm="100000">
                                          <p:val>
                                            <p:strVal val="#ppt_w"/>
                                          </p:val>
                                        </p:tav>
                                      </p:tavLst>
                                    </p:anim>
                                    <p:anim calcmode="lin" valueType="num">
                                      <p:cBhvr>
                                        <p:cTn id="175" dur="450" decel="100000" fill="hold"/>
                                        <p:tgtEl>
                                          <p:spTgt spid="37"/>
                                        </p:tgtEl>
                                        <p:attrNameLst>
                                          <p:attrName>ppt_h</p:attrName>
                                        </p:attrNameLst>
                                      </p:cBhvr>
                                      <p:tavLst>
                                        <p:tav tm="0">
                                          <p:val>
                                            <p:fltVal val="0"/>
                                          </p:val>
                                        </p:tav>
                                        <p:tav tm="100000">
                                          <p:val>
                                            <p:strVal val="#ppt_h"/>
                                          </p:val>
                                        </p:tav>
                                      </p:tavLst>
                                    </p:anim>
                                    <p:animEffect transition="in" filter="fade">
                                      <p:cBhvr>
                                        <p:cTn id="176" dur="450"/>
                                        <p:tgtEl>
                                          <p:spTgt spid="37"/>
                                        </p:tgtEl>
                                      </p:cBhvr>
                                    </p:animEffect>
                                  </p:childTnLst>
                                </p:cTn>
                              </p:par>
                              <p:par>
                                <p:cTn id="177" presetID="53" presetClass="entr" presetSubtype="16" fill="hold" nodeType="withEffect">
                                  <p:stCondLst>
                                    <p:cond delay="330"/>
                                  </p:stCondLst>
                                  <p:childTnLst>
                                    <p:set>
                                      <p:cBhvr>
                                        <p:cTn id="178" dur="1" fill="hold">
                                          <p:stCondLst>
                                            <p:cond delay="0"/>
                                          </p:stCondLst>
                                        </p:cTn>
                                        <p:tgtEl>
                                          <p:spTgt spid="38"/>
                                        </p:tgtEl>
                                        <p:attrNameLst>
                                          <p:attrName>style.visibility</p:attrName>
                                        </p:attrNameLst>
                                      </p:cBhvr>
                                      <p:to>
                                        <p:strVal val="visible"/>
                                      </p:to>
                                    </p:set>
                                    <p:anim calcmode="lin" valueType="num">
                                      <p:cBhvr>
                                        <p:cTn id="179" dur="450" decel="100000" fill="hold"/>
                                        <p:tgtEl>
                                          <p:spTgt spid="38"/>
                                        </p:tgtEl>
                                        <p:attrNameLst>
                                          <p:attrName>ppt_w</p:attrName>
                                        </p:attrNameLst>
                                      </p:cBhvr>
                                      <p:tavLst>
                                        <p:tav tm="0">
                                          <p:val>
                                            <p:fltVal val="0"/>
                                          </p:val>
                                        </p:tav>
                                        <p:tav tm="100000">
                                          <p:val>
                                            <p:strVal val="#ppt_w"/>
                                          </p:val>
                                        </p:tav>
                                      </p:tavLst>
                                    </p:anim>
                                    <p:anim calcmode="lin" valueType="num">
                                      <p:cBhvr>
                                        <p:cTn id="180" dur="450" decel="100000" fill="hold"/>
                                        <p:tgtEl>
                                          <p:spTgt spid="38"/>
                                        </p:tgtEl>
                                        <p:attrNameLst>
                                          <p:attrName>ppt_h</p:attrName>
                                        </p:attrNameLst>
                                      </p:cBhvr>
                                      <p:tavLst>
                                        <p:tav tm="0">
                                          <p:val>
                                            <p:fltVal val="0"/>
                                          </p:val>
                                        </p:tav>
                                        <p:tav tm="100000">
                                          <p:val>
                                            <p:strVal val="#ppt_h"/>
                                          </p:val>
                                        </p:tav>
                                      </p:tavLst>
                                    </p:anim>
                                    <p:animEffect transition="in" filter="fade">
                                      <p:cBhvr>
                                        <p:cTn id="181" dur="450"/>
                                        <p:tgtEl>
                                          <p:spTgt spid="38"/>
                                        </p:tgtEl>
                                      </p:cBhvr>
                                    </p:animEffect>
                                  </p:childTnLst>
                                </p:cTn>
                              </p:par>
                              <p:par>
                                <p:cTn id="182" presetID="53" presetClass="entr" presetSubtype="16" fill="hold" nodeType="withEffect">
                                  <p:stCondLst>
                                    <p:cond delay="440"/>
                                  </p:stCondLst>
                                  <p:childTnLst>
                                    <p:set>
                                      <p:cBhvr>
                                        <p:cTn id="183" dur="1" fill="hold">
                                          <p:stCondLst>
                                            <p:cond delay="0"/>
                                          </p:stCondLst>
                                        </p:cTn>
                                        <p:tgtEl>
                                          <p:spTgt spid="39"/>
                                        </p:tgtEl>
                                        <p:attrNameLst>
                                          <p:attrName>style.visibility</p:attrName>
                                        </p:attrNameLst>
                                      </p:cBhvr>
                                      <p:to>
                                        <p:strVal val="visible"/>
                                      </p:to>
                                    </p:set>
                                    <p:anim calcmode="lin" valueType="num">
                                      <p:cBhvr>
                                        <p:cTn id="184" dur="450" decel="100000" fill="hold"/>
                                        <p:tgtEl>
                                          <p:spTgt spid="39"/>
                                        </p:tgtEl>
                                        <p:attrNameLst>
                                          <p:attrName>ppt_w</p:attrName>
                                        </p:attrNameLst>
                                      </p:cBhvr>
                                      <p:tavLst>
                                        <p:tav tm="0">
                                          <p:val>
                                            <p:fltVal val="0"/>
                                          </p:val>
                                        </p:tav>
                                        <p:tav tm="100000">
                                          <p:val>
                                            <p:strVal val="#ppt_w"/>
                                          </p:val>
                                        </p:tav>
                                      </p:tavLst>
                                    </p:anim>
                                    <p:anim calcmode="lin" valueType="num">
                                      <p:cBhvr>
                                        <p:cTn id="185" dur="450" decel="100000" fill="hold"/>
                                        <p:tgtEl>
                                          <p:spTgt spid="39"/>
                                        </p:tgtEl>
                                        <p:attrNameLst>
                                          <p:attrName>ppt_h</p:attrName>
                                        </p:attrNameLst>
                                      </p:cBhvr>
                                      <p:tavLst>
                                        <p:tav tm="0">
                                          <p:val>
                                            <p:fltVal val="0"/>
                                          </p:val>
                                        </p:tav>
                                        <p:tav tm="100000">
                                          <p:val>
                                            <p:strVal val="#ppt_h"/>
                                          </p:val>
                                        </p:tav>
                                      </p:tavLst>
                                    </p:anim>
                                    <p:animEffect transition="in" filter="fade">
                                      <p:cBhvr>
                                        <p:cTn id="186" dur="450"/>
                                        <p:tgtEl>
                                          <p:spTgt spid="39"/>
                                        </p:tgtEl>
                                      </p:cBhvr>
                                    </p:animEffect>
                                  </p:childTnLst>
                                </p:cTn>
                              </p:par>
                              <p:par>
                                <p:cTn id="187" presetID="53" presetClass="entr" presetSubtype="16" fill="hold" nodeType="withEffect">
                                  <p:stCondLst>
                                    <p:cond delay="550"/>
                                  </p:stCondLst>
                                  <p:childTnLst>
                                    <p:set>
                                      <p:cBhvr>
                                        <p:cTn id="188" dur="1" fill="hold">
                                          <p:stCondLst>
                                            <p:cond delay="0"/>
                                          </p:stCondLst>
                                        </p:cTn>
                                        <p:tgtEl>
                                          <p:spTgt spid="40"/>
                                        </p:tgtEl>
                                        <p:attrNameLst>
                                          <p:attrName>style.visibility</p:attrName>
                                        </p:attrNameLst>
                                      </p:cBhvr>
                                      <p:to>
                                        <p:strVal val="visible"/>
                                      </p:to>
                                    </p:set>
                                    <p:anim calcmode="lin" valueType="num">
                                      <p:cBhvr>
                                        <p:cTn id="189" dur="450" decel="100000" fill="hold"/>
                                        <p:tgtEl>
                                          <p:spTgt spid="40"/>
                                        </p:tgtEl>
                                        <p:attrNameLst>
                                          <p:attrName>ppt_w</p:attrName>
                                        </p:attrNameLst>
                                      </p:cBhvr>
                                      <p:tavLst>
                                        <p:tav tm="0">
                                          <p:val>
                                            <p:fltVal val="0"/>
                                          </p:val>
                                        </p:tav>
                                        <p:tav tm="100000">
                                          <p:val>
                                            <p:strVal val="#ppt_w"/>
                                          </p:val>
                                        </p:tav>
                                      </p:tavLst>
                                    </p:anim>
                                    <p:anim calcmode="lin" valueType="num">
                                      <p:cBhvr>
                                        <p:cTn id="190" dur="450" decel="100000" fill="hold"/>
                                        <p:tgtEl>
                                          <p:spTgt spid="40"/>
                                        </p:tgtEl>
                                        <p:attrNameLst>
                                          <p:attrName>ppt_h</p:attrName>
                                        </p:attrNameLst>
                                      </p:cBhvr>
                                      <p:tavLst>
                                        <p:tav tm="0">
                                          <p:val>
                                            <p:fltVal val="0"/>
                                          </p:val>
                                        </p:tav>
                                        <p:tav tm="100000">
                                          <p:val>
                                            <p:strVal val="#ppt_h"/>
                                          </p:val>
                                        </p:tav>
                                      </p:tavLst>
                                    </p:anim>
                                    <p:animEffect transition="in" filter="fade">
                                      <p:cBhvr>
                                        <p:cTn id="191" dur="450"/>
                                        <p:tgtEl>
                                          <p:spTgt spid="40"/>
                                        </p:tgtEl>
                                      </p:cBhvr>
                                    </p:animEffect>
                                  </p:childTnLst>
                                </p:cTn>
                              </p:par>
                              <p:par>
                                <p:cTn id="192" presetID="53" presetClass="entr" presetSubtype="16" fill="hold" nodeType="withEffect">
                                  <p:stCondLst>
                                    <p:cond delay="660"/>
                                  </p:stCondLst>
                                  <p:childTnLst>
                                    <p:set>
                                      <p:cBhvr>
                                        <p:cTn id="193" dur="1" fill="hold">
                                          <p:stCondLst>
                                            <p:cond delay="0"/>
                                          </p:stCondLst>
                                        </p:cTn>
                                        <p:tgtEl>
                                          <p:spTgt spid="41"/>
                                        </p:tgtEl>
                                        <p:attrNameLst>
                                          <p:attrName>style.visibility</p:attrName>
                                        </p:attrNameLst>
                                      </p:cBhvr>
                                      <p:to>
                                        <p:strVal val="visible"/>
                                      </p:to>
                                    </p:set>
                                    <p:anim calcmode="lin" valueType="num">
                                      <p:cBhvr>
                                        <p:cTn id="194" dur="450" decel="100000" fill="hold"/>
                                        <p:tgtEl>
                                          <p:spTgt spid="41"/>
                                        </p:tgtEl>
                                        <p:attrNameLst>
                                          <p:attrName>ppt_w</p:attrName>
                                        </p:attrNameLst>
                                      </p:cBhvr>
                                      <p:tavLst>
                                        <p:tav tm="0">
                                          <p:val>
                                            <p:fltVal val="0"/>
                                          </p:val>
                                        </p:tav>
                                        <p:tav tm="100000">
                                          <p:val>
                                            <p:strVal val="#ppt_w"/>
                                          </p:val>
                                        </p:tav>
                                      </p:tavLst>
                                    </p:anim>
                                    <p:anim calcmode="lin" valueType="num">
                                      <p:cBhvr>
                                        <p:cTn id="195" dur="450" decel="100000" fill="hold"/>
                                        <p:tgtEl>
                                          <p:spTgt spid="41"/>
                                        </p:tgtEl>
                                        <p:attrNameLst>
                                          <p:attrName>ppt_h</p:attrName>
                                        </p:attrNameLst>
                                      </p:cBhvr>
                                      <p:tavLst>
                                        <p:tav tm="0">
                                          <p:val>
                                            <p:fltVal val="0"/>
                                          </p:val>
                                        </p:tav>
                                        <p:tav tm="100000">
                                          <p:val>
                                            <p:strVal val="#ppt_h"/>
                                          </p:val>
                                        </p:tav>
                                      </p:tavLst>
                                    </p:anim>
                                    <p:animEffect transition="in" filter="fade">
                                      <p:cBhvr>
                                        <p:cTn id="196" dur="450"/>
                                        <p:tgtEl>
                                          <p:spTgt spid="41"/>
                                        </p:tgtEl>
                                      </p:cBhvr>
                                    </p:animEffect>
                                  </p:childTnLst>
                                </p:cTn>
                              </p:par>
                              <p:par>
                                <p:cTn id="197" presetID="53" presetClass="entr" presetSubtype="16" fill="hold" nodeType="withEffect">
                                  <p:stCondLst>
                                    <p:cond delay="770"/>
                                  </p:stCondLst>
                                  <p:childTnLst>
                                    <p:set>
                                      <p:cBhvr>
                                        <p:cTn id="198" dur="1" fill="hold">
                                          <p:stCondLst>
                                            <p:cond delay="0"/>
                                          </p:stCondLst>
                                        </p:cTn>
                                        <p:tgtEl>
                                          <p:spTgt spid="42"/>
                                        </p:tgtEl>
                                        <p:attrNameLst>
                                          <p:attrName>style.visibility</p:attrName>
                                        </p:attrNameLst>
                                      </p:cBhvr>
                                      <p:to>
                                        <p:strVal val="visible"/>
                                      </p:to>
                                    </p:set>
                                    <p:anim calcmode="lin" valueType="num">
                                      <p:cBhvr>
                                        <p:cTn id="199" dur="450" decel="100000" fill="hold"/>
                                        <p:tgtEl>
                                          <p:spTgt spid="42"/>
                                        </p:tgtEl>
                                        <p:attrNameLst>
                                          <p:attrName>ppt_w</p:attrName>
                                        </p:attrNameLst>
                                      </p:cBhvr>
                                      <p:tavLst>
                                        <p:tav tm="0">
                                          <p:val>
                                            <p:fltVal val="0"/>
                                          </p:val>
                                        </p:tav>
                                        <p:tav tm="100000">
                                          <p:val>
                                            <p:strVal val="#ppt_w"/>
                                          </p:val>
                                        </p:tav>
                                      </p:tavLst>
                                    </p:anim>
                                    <p:anim calcmode="lin" valueType="num">
                                      <p:cBhvr>
                                        <p:cTn id="200" dur="450" decel="100000" fill="hold"/>
                                        <p:tgtEl>
                                          <p:spTgt spid="42"/>
                                        </p:tgtEl>
                                        <p:attrNameLst>
                                          <p:attrName>ppt_h</p:attrName>
                                        </p:attrNameLst>
                                      </p:cBhvr>
                                      <p:tavLst>
                                        <p:tav tm="0">
                                          <p:val>
                                            <p:fltVal val="0"/>
                                          </p:val>
                                        </p:tav>
                                        <p:tav tm="100000">
                                          <p:val>
                                            <p:strVal val="#ppt_h"/>
                                          </p:val>
                                        </p:tav>
                                      </p:tavLst>
                                    </p:anim>
                                    <p:animEffect transition="in" filter="fade">
                                      <p:cBhvr>
                                        <p:cTn id="201" dur="450"/>
                                        <p:tgtEl>
                                          <p:spTgt spid="42"/>
                                        </p:tgtEl>
                                      </p:cBhvr>
                                    </p:animEffect>
                                  </p:childTnLst>
                                </p:cTn>
                              </p:par>
                              <p:par>
                                <p:cTn id="202" presetID="53" presetClass="entr" presetSubtype="16" fill="hold" nodeType="withEffect">
                                  <p:stCondLst>
                                    <p:cond delay="880"/>
                                  </p:stCondLst>
                                  <p:childTnLst>
                                    <p:set>
                                      <p:cBhvr>
                                        <p:cTn id="203" dur="1" fill="hold">
                                          <p:stCondLst>
                                            <p:cond delay="0"/>
                                          </p:stCondLst>
                                        </p:cTn>
                                        <p:tgtEl>
                                          <p:spTgt spid="43"/>
                                        </p:tgtEl>
                                        <p:attrNameLst>
                                          <p:attrName>style.visibility</p:attrName>
                                        </p:attrNameLst>
                                      </p:cBhvr>
                                      <p:to>
                                        <p:strVal val="visible"/>
                                      </p:to>
                                    </p:set>
                                    <p:anim calcmode="lin" valueType="num">
                                      <p:cBhvr>
                                        <p:cTn id="204" dur="450" decel="100000" fill="hold"/>
                                        <p:tgtEl>
                                          <p:spTgt spid="43"/>
                                        </p:tgtEl>
                                        <p:attrNameLst>
                                          <p:attrName>ppt_w</p:attrName>
                                        </p:attrNameLst>
                                      </p:cBhvr>
                                      <p:tavLst>
                                        <p:tav tm="0">
                                          <p:val>
                                            <p:fltVal val="0"/>
                                          </p:val>
                                        </p:tav>
                                        <p:tav tm="100000">
                                          <p:val>
                                            <p:strVal val="#ppt_w"/>
                                          </p:val>
                                        </p:tav>
                                      </p:tavLst>
                                    </p:anim>
                                    <p:anim calcmode="lin" valueType="num">
                                      <p:cBhvr>
                                        <p:cTn id="205" dur="450" decel="100000" fill="hold"/>
                                        <p:tgtEl>
                                          <p:spTgt spid="43"/>
                                        </p:tgtEl>
                                        <p:attrNameLst>
                                          <p:attrName>ppt_h</p:attrName>
                                        </p:attrNameLst>
                                      </p:cBhvr>
                                      <p:tavLst>
                                        <p:tav tm="0">
                                          <p:val>
                                            <p:fltVal val="0"/>
                                          </p:val>
                                        </p:tav>
                                        <p:tav tm="100000">
                                          <p:val>
                                            <p:strVal val="#ppt_h"/>
                                          </p:val>
                                        </p:tav>
                                      </p:tavLst>
                                    </p:anim>
                                    <p:animEffect transition="in" filter="fade">
                                      <p:cBhvr>
                                        <p:cTn id="206" dur="450"/>
                                        <p:tgtEl>
                                          <p:spTgt spid="43"/>
                                        </p:tgtEl>
                                      </p:cBhvr>
                                    </p:animEffect>
                                  </p:childTnLst>
                                </p:cTn>
                              </p:par>
                              <p:par>
                                <p:cTn id="207" presetID="53" presetClass="entr" presetSubtype="16" fill="hold" nodeType="withEffect">
                                  <p:stCondLst>
                                    <p:cond delay="990"/>
                                  </p:stCondLst>
                                  <p:childTnLst>
                                    <p:set>
                                      <p:cBhvr>
                                        <p:cTn id="208" dur="1" fill="hold">
                                          <p:stCondLst>
                                            <p:cond delay="0"/>
                                          </p:stCondLst>
                                        </p:cTn>
                                        <p:tgtEl>
                                          <p:spTgt spid="44"/>
                                        </p:tgtEl>
                                        <p:attrNameLst>
                                          <p:attrName>style.visibility</p:attrName>
                                        </p:attrNameLst>
                                      </p:cBhvr>
                                      <p:to>
                                        <p:strVal val="visible"/>
                                      </p:to>
                                    </p:set>
                                    <p:anim calcmode="lin" valueType="num">
                                      <p:cBhvr>
                                        <p:cTn id="209" dur="450" decel="100000" fill="hold"/>
                                        <p:tgtEl>
                                          <p:spTgt spid="44"/>
                                        </p:tgtEl>
                                        <p:attrNameLst>
                                          <p:attrName>ppt_w</p:attrName>
                                        </p:attrNameLst>
                                      </p:cBhvr>
                                      <p:tavLst>
                                        <p:tav tm="0">
                                          <p:val>
                                            <p:fltVal val="0"/>
                                          </p:val>
                                        </p:tav>
                                        <p:tav tm="100000">
                                          <p:val>
                                            <p:strVal val="#ppt_w"/>
                                          </p:val>
                                        </p:tav>
                                      </p:tavLst>
                                    </p:anim>
                                    <p:anim calcmode="lin" valueType="num">
                                      <p:cBhvr>
                                        <p:cTn id="210" dur="450" decel="100000" fill="hold"/>
                                        <p:tgtEl>
                                          <p:spTgt spid="44"/>
                                        </p:tgtEl>
                                        <p:attrNameLst>
                                          <p:attrName>ppt_h</p:attrName>
                                        </p:attrNameLst>
                                      </p:cBhvr>
                                      <p:tavLst>
                                        <p:tav tm="0">
                                          <p:val>
                                            <p:fltVal val="0"/>
                                          </p:val>
                                        </p:tav>
                                        <p:tav tm="100000">
                                          <p:val>
                                            <p:strVal val="#ppt_h"/>
                                          </p:val>
                                        </p:tav>
                                      </p:tavLst>
                                    </p:anim>
                                    <p:animEffect transition="in" filter="fade">
                                      <p:cBhvr>
                                        <p:cTn id="211" dur="450"/>
                                        <p:tgtEl>
                                          <p:spTgt spid="44"/>
                                        </p:tgtEl>
                                      </p:cBhvr>
                                    </p:animEffect>
                                  </p:childTnLst>
                                </p:cTn>
                              </p:par>
                              <p:par>
                                <p:cTn id="212" presetID="53" presetClass="entr" presetSubtype="16" fill="hold" nodeType="withEffect">
                                  <p:stCondLst>
                                    <p:cond delay="1100"/>
                                  </p:stCondLst>
                                  <p:childTnLst>
                                    <p:set>
                                      <p:cBhvr>
                                        <p:cTn id="213" dur="1" fill="hold">
                                          <p:stCondLst>
                                            <p:cond delay="0"/>
                                          </p:stCondLst>
                                        </p:cTn>
                                        <p:tgtEl>
                                          <p:spTgt spid="45"/>
                                        </p:tgtEl>
                                        <p:attrNameLst>
                                          <p:attrName>style.visibility</p:attrName>
                                        </p:attrNameLst>
                                      </p:cBhvr>
                                      <p:to>
                                        <p:strVal val="visible"/>
                                      </p:to>
                                    </p:set>
                                    <p:anim calcmode="lin" valueType="num">
                                      <p:cBhvr>
                                        <p:cTn id="214" dur="450" decel="100000" fill="hold"/>
                                        <p:tgtEl>
                                          <p:spTgt spid="45"/>
                                        </p:tgtEl>
                                        <p:attrNameLst>
                                          <p:attrName>ppt_w</p:attrName>
                                        </p:attrNameLst>
                                      </p:cBhvr>
                                      <p:tavLst>
                                        <p:tav tm="0">
                                          <p:val>
                                            <p:fltVal val="0"/>
                                          </p:val>
                                        </p:tav>
                                        <p:tav tm="100000">
                                          <p:val>
                                            <p:strVal val="#ppt_w"/>
                                          </p:val>
                                        </p:tav>
                                      </p:tavLst>
                                    </p:anim>
                                    <p:anim calcmode="lin" valueType="num">
                                      <p:cBhvr>
                                        <p:cTn id="215" dur="450" decel="100000" fill="hold"/>
                                        <p:tgtEl>
                                          <p:spTgt spid="45"/>
                                        </p:tgtEl>
                                        <p:attrNameLst>
                                          <p:attrName>ppt_h</p:attrName>
                                        </p:attrNameLst>
                                      </p:cBhvr>
                                      <p:tavLst>
                                        <p:tav tm="0">
                                          <p:val>
                                            <p:fltVal val="0"/>
                                          </p:val>
                                        </p:tav>
                                        <p:tav tm="100000">
                                          <p:val>
                                            <p:strVal val="#ppt_h"/>
                                          </p:val>
                                        </p:tav>
                                      </p:tavLst>
                                    </p:anim>
                                    <p:animEffect transition="in" filter="fade">
                                      <p:cBhvr>
                                        <p:cTn id="216"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457200" y="292608"/>
            <a:ext cx="11247120" cy="274320"/>
          </a:xfrm>
          <a:prstGeom prst="rect">
            <a:avLst/>
          </a:prstGeom>
          <a:noFill/>
          <a:ln/>
        </p:spPr>
        <p:txBody>
          <a:bodyPr wrap="square" lIns="0" tIns="0" rIns="0" bIns="0" rtlCol="0"/>
          <a:lstStyle/>
          <a:p>
            <a:pPr marL="0" indent="0">
              <a:buNone/>
            </a:pPr>
            <a:r>
              <a:rPr lang="en-US" sz="1100" b="1" kern="0" spc="200" dirty="0">
                <a:solidFill>
                  <a:schemeClr val="accent2"/>
                </a:solidFill>
              </a:rPr>
              <a:t>POKOK BAHASAN 1 KEWENANGAN DAN KOORDINASI  ·  ARAH PENGATURAN RUU</a:t>
            </a:r>
            <a:endParaRPr lang="en-US" sz="1100" dirty="0"/>
          </a:p>
        </p:txBody>
      </p:sp>
      <p:sp>
        <p:nvSpPr>
          <p:cNvPr id="3" name="Text 1"/>
          <p:cNvSpPr>
            <a:spLocks noGrp="1"/>
          </p:cNvSpPr>
          <p:nvPr>
            <p:ph type="title" idx="102" hasCustomPrompt="1"/>
          </p:nvPr>
        </p:nvSpPr>
        <p:spPr>
          <a:xfrm>
            <a:off x="457200" y="548640"/>
            <a:ext cx="11247120" cy="548640"/>
          </a:xfrm>
          <a:prstGeom prst="rect">
            <a:avLst/>
          </a:prstGeom>
          <a:noFill/>
          <a:ln/>
        </p:spPr>
        <p:txBody>
          <a:bodyPr wrap="square" lIns="0" tIns="0" rIns="0" bIns="0" rtlCol="0" anchor="ctr"/>
          <a:lstStyle/>
          <a:p>
            <a:pPr marL="0" indent="0" algn="l">
              <a:buNone/>
            </a:pPr>
            <a:r>
              <a:rPr lang="en-US" sz="2800" b="1" dirty="0">
                <a:solidFill>
                  <a:schemeClr val="accent1"/>
                </a:solidFill>
                <a:latin typeface="Cambria" pitchFamily="34" charset="0"/>
                <a:ea typeface="Cambria" pitchFamily="34" charset="-122"/>
                <a:cs typeface="Cambria" pitchFamily="34" charset="-120"/>
              </a:rPr>
              <a:t>Materi yang Perlu Dimuat dalam RUU Profesi Kurator</a:t>
            </a:r>
            <a:endParaRPr lang="en-US" sz="2800" dirty="0"/>
          </a:p>
        </p:txBody>
      </p:sp>
      <p:sp>
        <p:nvSpPr>
          <p:cNvPr id="4" name="!!card0"/>
          <p:cNvSpPr/>
          <p:nvPr/>
        </p:nvSpPr>
        <p:spPr>
          <a:xfrm>
            <a:off x="457200" y="1397000"/>
            <a:ext cx="3611880" cy="4013200"/>
          </a:xfrm>
          <a:prstGeom prst="roundRect">
            <a:avLst>
              <a:gd name="adj" fmla="val 2532"/>
            </a:avLst>
          </a:prstGeom>
          <a:solidFill>
            <a:srgbClr val="F4F4F6"/>
          </a:solidFill>
          <a:ln w="12700">
            <a:solidFill>
              <a:srgbClr val="F4F4F6"/>
            </a:solidFill>
            <a:prstDash val="solid"/>
          </a:ln>
          <a:effectLst>
            <a:outerShdw blurRad="76200" dist="25400" dir="5400000" algn="bl" rotWithShape="0">
              <a:srgbClr val="000000">
                <a:alpha val="12000"/>
              </a:srgbClr>
            </a:outerShdw>
          </a:effectLst>
        </p:spPr>
        <p:txBody>
          <a:bodyPr/>
          <a:lstStyle/>
          <a:p>
            <a:endParaRPr lang="id-ID"/>
          </a:p>
        </p:txBody>
      </p:sp>
      <p:sp>
        <p:nvSpPr>
          <p:cNvPr id="5" name="g2_01"/>
          <p:cNvSpPr/>
          <p:nvPr/>
        </p:nvSpPr>
        <p:spPr>
          <a:xfrm>
            <a:off x="640080" y="1549400"/>
            <a:ext cx="3246120" cy="660400"/>
          </a:xfrm>
          <a:prstGeom prst="roundRect">
            <a:avLst>
              <a:gd name="adj" fmla="val 11111"/>
            </a:avLst>
          </a:prstGeom>
          <a:solidFill>
            <a:srgbClr val="7A1F2B"/>
          </a:solidFill>
          <a:ln w="12700">
            <a:solidFill>
              <a:srgbClr val="7A1F2B"/>
            </a:solidFill>
            <a:prstDash val="solid"/>
          </a:ln>
        </p:spPr>
        <p:txBody>
          <a:bodyPr/>
          <a:lstStyle/>
          <a:p>
            <a:endParaRPr lang="id-ID"/>
          </a:p>
        </p:txBody>
      </p:sp>
      <p:sp>
        <p:nvSpPr>
          <p:cNvPr id="6" name="g2_02"/>
          <p:cNvSpPr txBox="1"/>
          <p:nvPr/>
        </p:nvSpPr>
        <p:spPr>
          <a:xfrm>
            <a:off x="804672" y="1549400"/>
            <a:ext cx="2916936" cy="6604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Penegasan Peran BHP</a:t>
            </a:r>
            <a:endParaRPr lang="en-US" sz="1300" dirty="0"/>
          </a:p>
          <a:p>
            <a:pPr marL="0" indent="0">
              <a:buNone/>
            </a:pPr>
            <a:r>
              <a:rPr lang="en-US" sz="1050" i="1" dirty="0">
                <a:solidFill>
                  <a:srgbClr val="E8CB80"/>
                </a:solidFill>
              </a:rPr>
              <a:t>menjawab Pertanyaan 2 dan 3</a:t>
            </a:r>
            <a:endParaRPr lang="en-US" sz="1300" dirty="0"/>
          </a:p>
        </p:txBody>
      </p:sp>
      <p:sp>
        <p:nvSpPr>
          <p:cNvPr id="7" name="g2_03"/>
          <p:cNvSpPr txBox="1"/>
          <p:nvPr/>
        </p:nvSpPr>
        <p:spPr>
          <a:xfrm>
            <a:off x="622300" y="2311400"/>
            <a:ext cx="3327400" cy="21082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B2B2B"/>
                </a:solidFill>
              </a:rPr>
              <a:t>BHP adalah kurator negara dan pengurus negara; kewenangannya dari undang-undang, tanpa izin atau pendaftaran.</a:t>
            </a:r>
            <a:endParaRPr lang="en-US" sz="1200" dirty="0"/>
          </a:p>
          <a:p>
            <a:pPr marL="152400" indent="-152400">
              <a:spcAft>
                <a:spcPts val="300"/>
              </a:spcAft>
              <a:buSzPct val="100000"/>
              <a:buChar char="■"/>
            </a:pPr>
            <a:r>
              <a:rPr lang="en-US" sz="1200" dirty="0">
                <a:solidFill>
                  <a:srgbClr val="2B2B2B"/>
                </a:solidFill>
              </a:rPr>
              <a:t>Pengadilan wajib menunjuk BHP bila debitor meninggal tanpa ahli waris atau hartanya tak terurus, tidak diketahui keberadaannya, ahli waris masih anak atau dalam pengampuan, permohonan diajukan pekerja, atau perkara kehilangan kurator.</a:t>
            </a:r>
            <a:endParaRPr lang="en-US" sz="1200" dirty="0"/>
          </a:p>
          <a:p>
            <a:pPr marL="152400" indent="-152400">
              <a:spcAft>
                <a:spcPts val="300"/>
              </a:spcAft>
              <a:buSzPct val="100000"/>
              <a:buChar char="■"/>
            </a:pPr>
            <a:r>
              <a:rPr lang="en-US" sz="1200" dirty="0">
                <a:solidFill>
                  <a:srgbClr val="2B2B2B"/>
                </a:solidFill>
              </a:rPr>
              <a:t>Di luar itu pemohon bebas memilih; rincian di RUU Kepailitan dan PKPU.</a:t>
            </a:r>
            <a:endParaRPr lang="en-US" sz="1200" dirty="0"/>
          </a:p>
        </p:txBody>
      </p:sp>
      <p:sp>
        <p:nvSpPr>
          <p:cNvPr id="8" name="g2_04"/>
          <p:cNvSpPr/>
          <p:nvPr/>
        </p:nvSpPr>
        <p:spPr>
          <a:xfrm>
            <a:off x="594360" y="4368800"/>
            <a:ext cx="3337560" cy="965200"/>
          </a:xfrm>
          <a:prstGeom prst="roundRect">
            <a:avLst>
              <a:gd name="adj" fmla="val 7955"/>
            </a:avLst>
          </a:prstGeom>
          <a:solidFill>
            <a:srgbClr val="FFFFFF"/>
          </a:solidFill>
          <a:ln w="9525">
            <a:solidFill>
              <a:srgbClr val="D9D2D4"/>
            </a:solidFill>
            <a:prstDash val="solid"/>
          </a:ln>
        </p:spPr>
        <p:txBody>
          <a:bodyPr/>
          <a:lstStyle/>
          <a:p>
            <a:endParaRPr lang="id-ID"/>
          </a:p>
        </p:txBody>
      </p:sp>
      <p:sp>
        <p:nvSpPr>
          <p:cNvPr id="9" name="g2_05"/>
          <p:cNvSpPr txBox="1"/>
          <p:nvPr/>
        </p:nvSpPr>
        <p:spPr>
          <a:xfrm>
            <a:off x="704088" y="4419600"/>
            <a:ext cx="3118104" cy="863600"/>
          </a:xfrm>
          <a:prstGeom prst="rect">
            <a:avLst/>
          </a:prstGeom>
          <a:noFill/>
          <a:ln/>
        </p:spPr>
        <p:txBody>
          <a:bodyPr wrap="square" lIns="0" tIns="0" rIns="0" bIns="0" rtlCol="0" anchor="t"/>
          <a:lstStyle/>
          <a:p>
            <a:pPr marL="0" indent="0">
              <a:spcAft>
                <a:spcPts val="200"/>
              </a:spcAft>
              <a:buNone/>
            </a:pPr>
            <a:r>
              <a:rPr lang="en-US" sz="1100" b="1" dirty="0">
                <a:solidFill>
                  <a:srgbClr val="8A6A22"/>
                </a:solidFill>
              </a:rPr>
              <a:t>Pijakan saat ini</a:t>
            </a:r>
            <a:endParaRPr lang="en-US" sz="1100" dirty="0"/>
          </a:p>
          <a:p>
            <a:pPr marL="0" indent="0">
              <a:spcAft>
                <a:spcPts val="200"/>
              </a:spcAft>
              <a:buNone/>
            </a:pPr>
            <a:r>
              <a:rPr lang="en-US" sz="1100" dirty="0">
                <a:solidFill>
                  <a:srgbClr val="2B2B2B"/>
                </a:solidFill>
              </a:rPr>
              <a:t>Pasal 15 ayat (2) UU 37/2004 membuka pintu BHP hanya bila tidak ada usulan kurator; Pasal 1127 KUHPerdata sudah mewajibkan BHP mengurus harta tak terurus.</a:t>
            </a:r>
            <a:endParaRPr lang="en-US" sz="1100" dirty="0"/>
          </a:p>
        </p:txBody>
      </p:sp>
      <p:sp>
        <p:nvSpPr>
          <p:cNvPr id="10" name="!!card1"/>
          <p:cNvSpPr/>
          <p:nvPr/>
        </p:nvSpPr>
        <p:spPr>
          <a:xfrm>
            <a:off x="4274820" y="1397000"/>
            <a:ext cx="3611880" cy="4013200"/>
          </a:xfrm>
          <a:prstGeom prst="roundRect">
            <a:avLst>
              <a:gd name="adj" fmla="val 2532"/>
            </a:avLst>
          </a:prstGeom>
          <a:solidFill>
            <a:srgbClr val="F4F4F6"/>
          </a:solidFill>
          <a:ln w="12700">
            <a:solidFill>
              <a:srgbClr val="F4F4F6"/>
            </a:solidFill>
            <a:prstDash val="solid"/>
          </a:ln>
          <a:effectLst>
            <a:outerShdw blurRad="76200" dist="25400" dir="5400000" algn="bl" rotWithShape="0">
              <a:srgbClr val="000000">
                <a:alpha val="12000"/>
              </a:srgbClr>
            </a:outerShdw>
          </a:effectLst>
        </p:spPr>
        <p:txBody>
          <a:bodyPr/>
          <a:lstStyle/>
          <a:p>
            <a:endParaRPr lang="id-ID"/>
          </a:p>
        </p:txBody>
      </p:sp>
      <p:sp>
        <p:nvSpPr>
          <p:cNvPr id="11" name="g3_06"/>
          <p:cNvSpPr/>
          <p:nvPr/>
        </p:nvSpPr>
        <p:spPr>
          <a:xfrm>
            <a:off x="4457700" y="1549400"/>
            <a:ext cx="3246120" cy="660400"/>
          </a:xfrm>
          <a:prstGeom prst="roundRect">
            <a:avLst>
              <a:gd name="adj" fmla="val 11111"/>
            </a:avLst>
          </a:prstGeom>
          <a:solidFill>
            <a:srgbClr val="7A1F2B"/>
          </a:solidFill>
          <a:ln w="12700">
            <a:solidFill>
              <a:srgbClr val="7A1F2B"/>
            </a:solidFill>
            <a:prstDash val="solid"/>
          </a:ln>
        </p:spPr>
        <p:txBody>
          <a:bodyPr/>
          <a:lstStyle/>
          <a:p>
            <a:endParaRPr lang="id-ID"/>
          </a:p>
        </p:txBody>
      </p:sp>
      <p:sp>
        <p:nvSpPr>
          <p:cNvPr id="12" name="g3_07"/>
          <p:cNvSpPr txBox="1"/>
          <p:nvPr/>
        </p:nvSpPr>
        <p:spPr>
          <a:xfrm>
            <a:off x="4622292" y="1549400"/>
            <a:ext cx="2916936" cy="6604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Peningkatan Kualitas Profesi</a:t>
            </a:r>
            <a:endParaRPr lang="en-US" sz="1300" dirty="0"/>
          </a:p>
          <a:p>
            <a:pPr marL="0" indent="0">
              <a:buNone/>
            </a:pPr>
            <a:r>
              <a:rPr lang="en-US" sz="1050" i="1" dirty="0">
                <a:solidFill>
                  <a:srgbClr val="E8CB80"/>
                </a:solidFill>
              </a:rPr>
              <a:t>menjawab Pertanyaan 1 dan 2</a:t>
            </a:r>
            <a:endParaRPr lang="en-US" sz="1300" dirty="0"/>
          </a:p>
        </p:txBody>
      </p:sp>
      <p:sp>
        <p:nvSpPr>
          <p:cNvPr id="13" name="g3_08"/>
          <p:cNvSpPr txBox="1"/>
          <p:nvPr/>
        </p:nvSpPr>
        <p:spPr>
          <a:xfrm>
            <a:off x="4445000" y="2311400"/>
            <a:ext cx="3327400" cy="21082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B2B2B"/>
                </a:solidFill>
              </a:rPr>
              <a:t>Satu standar profesi dan kode etik bagi BHP dan kurator perseorangan.</a:t>
            </a:r>
            <a:endParaRPr lang="en-US" sz="1200" dirty="0"/>
          </a:p>
          <a:p>
            <a:pPr marL="152400" indent="-152400">
              <a:spcAft>
                <a:spcPts val="300"/>
              </a:spcAft>
              <a:buSzPct val="100000"/>
              <a:buChar char="■"/>
            </a:pPr>
            <a:r>
              <a:rPr lang="en-US" sz="1200" dirty="0">
                <a:solidFill>
                  <a:srgbClr val="2B2B2B"/>
                </a:solidFill>
              </a:rPr>
              <a:t>Tugas kurator BHP dijalankan pejabat fungsional Kurator Keperdataan dengan kompetensi yang sama.</a:t>
            </a:r>
            <a:endParaRPr lang="en-US" sz="1200" dirty="0"/>
          </a:p>
          <a:p>
            <a:pPr marL="152400" indent="-152400">
              <a:spcAft>
                <a:spcPts val="300"/>
              </a:spcAft>
              <a:buSzPct val="100000"/>
              <a:buChar char="■"/>
            </a:pPr>
            <a:r>
              <a:rPr lang="en-US" sz="1200" dirty="0">
                <a:solidFill>
                  <a:srgbClr val="2B2B2B"/>
                </a:solidFill>
              </a:rPr>
              <a:t>Data kurator aktif dan beban perkaranya dikelola Kementerian, dapat diperiksa pengadilan.</a:t>
            </a:r>
            <a:endParaRPr lang="en-US" sz="1200" dirty="0"/>
          </a:p>
          <a:p>
            <a:pPr marL="152400" indent="-152400">
              <a:spcAft>
                <a:spcPts val="300"/>
              </a:spcAft>
              <a:buSzPct val="100000"/>
              <a:buChar char="■"/>
            </a:pPr>
            <a:r>
              <a:rPr lang="en-US" sz="1200" dirty="0">
                <a:solidFill>
                  <a:srgbClr val="2B2B2B"/>
                </a:solidFill>
              </a:rPr>
              <a:t>Pembinaan BHP tetap oleh Kementerian.</a:t>
            </a:r>
            <a:endParaRPr lang="en-US" sz="1200" dirty="0"/>
          </a:p>
        </p:txBody>
      </p:sp>
      <p:sp>
        <p:nvSpPr>
          <p:cNvPr id="14" name="g3_09"/>
          <p:cNvSpPr/>
          <p:nvPr/>
        </p:nvSpPr>
        <p:spPr>
          <a:xfrm>
            <a:off x="4411980" y="4368800"/>
            <a:ext cx="3337560" cy="965200"/>
          </a:xfrm>
          <a:prstGeom prst="roundRect">
            <a:avLst>
              <a:gd name="adj" fmla="val 7955"/>
            </a:avLst>
          </a:prstGeom>
          <a:solidFill>
            <a:srgbClr val="FFFFFF"/>
          </a:solidFill>
          <a:ln w="9525">
            <a:solidFill>
              <a:srgbClr val="D9D2D4"/>
            </a:solidFill>
            <a:prstDash val="solid"/>
          </a:ln>
        </p:spPr>
        <p:txBody>
          <a:bodyPr/>
          <a:lstStyle/>
          <a:p>
            <a:endParaRPr lang="id-ID"/>
          </a:p>
        </p:txBody>
      </p:sp>
      <p:sp>
        <p:nvSpPr>
          <p:cNvPr id="15" name="g3_10"/>
          <p:cNvSpPr txBox="1"/>
          <p:nvPr/>
        </p:nvSpPr>
        <p:spPr>
          <a:xfrm>
            <a:off x="4521708" y="4419600"/>
            <a:ext cx="3118104" cy="863600"/>
          </a:xfrm>
          <a:prstGeom prst="rect">
            <a:avLst/>
          </a:prstGeom>
          <a:noFill/>
          <a:ln/>
        </p:spPr>
        <p:txBody>
          <a:bodyPr wrap="square" lIns="0" tIns="0" rIns="0" bIns="0" rtlCol="0" anchor="t"/>
          <a:lstStyle/>
          <a:p>
            <a:pPr marL="0" indent="0">
              <a:spcAft>
                <a:spcPts val="200"/>
              </a:spcAft>
              <a:buNone/>
            </a:pPr>
            <a:r>
              <a:rPr lang="en-US" sz="1100" b="1" dirty="0">
                <a:solidFill>
                  <a:srgbClr val="8A6A22"/>
                </a:solidFill>
              </a:rPr>
              <a:t>Pijakan saat ini</a:t>
            </a:r>
            <a:endParaRPr lang="en-US" sz="1100" dirty="0"/>
          </a:p>
          <a:p>
            <a:pPr marL="0" indent="0">
              <a:spcAft>
                <a:spcPts val="200"/>
              </a:spcAft>
              <a:buNone/>
            </a:pPr>
            <a:r>
              <a:rPr lang="en-US" sz="1100" dirty="0">
                <a:solidFill>
                  <a:srgbClr val="2B2B2B"/>
                </a:solidFill>
              </a:rPr>
              <a:t>TOR Komisi XIII mencatat standar profesi yang terfragmentasi; kini BHP dan kurator perseorangan diukur dengan aturan yang berbeda.</a:t>
            </a:r>
            <a:endParaRPr lang="en-US" sz="1100" dirty="0"/>
          </a:p>
        </p:txBody>
      </p:sp>
      <p:sp>
        <p:nvSpPr>
          <p:cNvPr id="16" name="!!card2"/>
          <p:cNvSpPr/>
          <p:nvPr/>
        </p:nvSpPr>
        <p:spPr>
          <a:xfrm>
            <a:off x="8092440" y="1397000"/>
            <a:ext cx="3611880" cy="4013200"/>
          </a:xfrm>
          <a:prstGeom prst="roundRect">
            <a:avLst>
              <a:gd name="adj" fmla="val 2532"/>
            </a:avLst>
          </a:prstGeom>
          <a:solidFill>
            <a:srgbClr val="F4F4F6"/>
          </a:solidFill>
          <a:ln w="12700">
            <a:solidFill>
              <a:srgbClr val="F4F4F6"/>
            </a:solidFill>
            <a:prstDash val="solid"/>
          </a:ln>
          <a:effectLst>
            <a:outerShdw blurRad="76200" dist="25400" dir="5400000" algn="bl" rotWithShape="0">
              <a:srgbClr val="000000">
                <a:alpha val="12000"/>
              </a:srgbClr>
            </a:outerShdw>
          </a:effectLst>
        </p:spPr>
        <p:txBody>
          <a:bodyPr/>
          <a:lstStyle/>
          <a:p>
            <a:endParaRPr lang="id-ID"/>
          </a:p>
        </p:txBody>
      </p:sp>
      <p:sp>
        <p:nvSpPr>
          <p:cNvPr id="17" name="g4_11"/>
          <p:cNvSpPr/>
          <p:nvPr/>
        </p:nvSpPr>
        <p:spPr>
          <a:xfrm>
            <a:off x="8275320" y="1549400"/>
            <a:ext cx="3246120" cy="660400"/>
          </a:xfrm>
          <a:prstGeom prst="roundRect">
            <a:avLst>
              <a:gd name="adj" fmla="val 11111"/>
            </a:avLst>
          </a:prstGeom>
          <a:solidFill>
            <a:srgbClr val="7A1F2B"/>
          </a:solidFill>
          <a:ln w="12700">
            <a:solidFill>
              <a:srgbClr val="7A1F2B"/>
            </a:solidFill>
            <a:prstDash val="solid"/>
          </a:ln>
        </p:spPr>
        <p:txBody>
          <a:bodyPr/>
          <a:lstStyle/>
          <a:p>
            <a:endParaRPr lang="id-ID"/>
          </a:p>
        </p:txBody>
      </p:sp>
      <p:sp>
        <p:nvSpPr>
          <p:cNvPr id="18" name="g4_12"/>
          <p:cNvSpPr txBox="1"/>
          <p:nvPr/>
        </p:nvSpPr>
        <p:spPr>
          <a:xfrm>
            <a:off x="8439912" y="1549400"/>
            <a:ext cx="2916936" cy="6604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Pengawasan dan Pertanggungjawaban</a:t>
            </a:r>
            <a:endParaRPr lang="en-US" sz="1300" dirty="0"/>
          </a:p>
          <a:p>
            <a:pPr marL="0" indent="0">
              <a:buNone/>
            </a:pPr>
            <a:r>
              <a:rPr lang="en-US" sz="1050" i="1" dirty="0">
                <a:solidFill>
                  <a:srgbClr val="E8CB80"/>
                </a:solidFill>
              </a:rPr>
              <a:t>menjawab Pertanyaan 1 dan 2</a:t>
            </a:r>
            <a:endParaRPr lang="en-US" sz="1300" dirty="0"/>
          </a:p>
        </p:txBody>
      </p:sp>
      <p:sp>
        <p:nvSpPr>
          <p:cNvPr id="19" name="g4_13"/>
          <p:cNvSpPr txBox="1"/>
          <p:nvPr/>
        </p:nvSpPr>
        <p:spPr>
          <a:xfrm>
            <a:off x="8267700" y="2311400"/>
            <a:ext cx="3327400" cy="21082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B2B2B"/>
                </a:solidFill>
              </a:rPr>
              <a:t>Hakim Pengawas mengawasi pengurusan dan pemberesan oleh setiap kurator, baik BHP maupun kurator perseorangan.</a:t>
            </a:r>
            <a:endParaRPr lang="en-US" sz="1200" dirty="0"/>
          </a:p>
          <a:p>
            <a:pPr marL="152400" indent="-152400">
              <a:spcAft>
                <a:spcPts val="300"/>
              </a:spcAft>
              <a:buSzPct val="100000"/>
              <a:buChar char="■"/>
            </a:pPr>
            <a:r>
              <a:rPr lang="en-US" sz="1200" dirty="0">
                <a:solidFill>
                  <a:srgbClr val="2B2B2B"/>
                </a:solidFill>
              </a:rPr>
              <a:t>Tugas bersama: pembagian tugas, tanggung jawab, dan imbalan ditetapkan sejak rapat kreditor pertama; bagian BHP menjadi PNBP.</a:t>
            </a:r>
            <a:endParaRPr lang="en-US" sz="1200" dirty="0"/>
          </a:p>
          <a:p>
            <a:pPr marL="152400" indent="-152400">
              <a:spcAft>
                <a:spcPts val="300"/>
              </a:spcAft>
              <a:buSzPct val="100000"/>
              <a:buChar char="■"/>
            </a:pPr>
            <a:r>
              <a:rPr lang="en-US" sz="1200" dirty="0">
                <a:solidFill>
                  <a:srgbClr val="2B2B2B"/>
                </a:solidFill>
              </a:rPr>
              <a:t>Serah terima wajib saat kurator atau pejabat BHP berganti dan saat PKPU berakhir pailit.</a:t>
            </a:r>
            <a:endParaRPr lang="en-US" sz="1200" dirty="0"/>
          </a:p>
          <a:p>
            <a:pPr marL="152400" indent="-152400">
              <a:spcAft>
                <a:spcPts val="300"/>
              </a:spcAft>
              <a:buSzPct val="100000"/>
              <a:buChar char="■"/>
            </a:pPr>
            <a:r>
              <a:rPr lang="en-US" sz="1200" dirty="0">
                <a:solidFill>
                  <a:srgbClr val="2B2B2B"/>
                </a:solidFill>
              </a:rPr>
              <a:t>Tugas keperdataan dan tugas kurator BHP dijalankan pejabat berbeda.</a:t>
            </a:r>
            <a:endParaRPr lang="en-US" sz="1200" dirty="0"/>
          </a:p>
        </p:txBody>
      </p:sp>
      <p:sp>
        <p:nvSpPr>
          <p:cNvPr id="20" name="g4_14"/>
          <p:cNvSpPr/>
          <p:nvPr/>
        </p:nvSpPr>
        <p:spPr>
          <a:xfrm>
            <a:off x="8229600" y="4368800"/>
            <a:ext cx="3337560" cy="965200"/>
          </a:xfrm>
          <a:prstGeom prst="roundRect">
            <a:avLst>
              <a:gd name="adj" fmla="val 7955"/>
            </a:avLst>
          </a:prstGeom>
          <a:solidFill>
            <a:srgbClr val="FFFFFF"/>
          </a:solidFill>
          <a:ln w="9525">
            <a:solidFill>
              <a:srgbClr val="D9D2D4"/>
            </a:solidFill>
            <a:prstDash val="solid"/>
          </a:ln>
        </p:spPr>
        <p:txBody>
          <a:bodyPr/>
          <a:lstStyle/>
          <a:p>
            <a:endParaRPr lang="id-ID"/>
          </a:p>
        </p:txBody>
      </p:sp>
      <p:sp>
        <p:nvSpPr>
          <p:cNvPr id="21" name="g4_15"/>
          <p:cNvSpPr txBox="1"/>
          <p:nvPr/>
        </p:nvSpPr>
        <p:spPr>
          <a:xfrm>
            <a:off x="8339328" y="4419600"/>
            <a:ext cx="3118104" cy="863600"/>
          </a:xfrm>
          <a:prstGeom prst="rect">
            <a:avLst/>
          </a:prstGeom>
          <a:noFill/>
          <a:ln/>
        </p:spPr>
        <p:txBody>
          <a:bodyPr wrap="square" lIns="0" tIns="0" rIns="0" bIns="0" rtlCol="0" anchor="t"/>
          <a:lstStyle/>
          <a:p>
            <a:pPr marL="0" indent="0">
              <a:spcAft>
                <a:spcPts val="200"/>
              </a:spcAft>
              <a:buNone/>
            </a:pPr>
            <a:r>
              <a:rPr lang="en-US" sz="1100" b="1" dirty="0">
                <a:solidFill>
                  <a:srgbClr val="8A6A22"/>
                </a:solidFill>
              </a:rPr>
              <a:t>Pijakan saat ini</a:t>
            </a:r>
            <a:endParaRPr lang="en-US" sz="1100" dirty="0"/>
          </a:p>
          <a:p>
            <a:pPr marL="0" indent="0">
              <a:spcAft>
                <a:spcPts val="200"/>
              </a:spcAft>
              <a:buNone/>
            </a:pPr>
            <a:r>
              <a:rPr lang="en-US" sz="1100" dirty="0">
                <a:solidFill>
                  <a:srgbClr val="2B2B2B"/>
                </a:solidFill>
              </a:rPr>
              <a:t>Pasal 65 dan 73 UU 37/2004: Hakim Pengawas mengawasi, tetapi tanggung jawab antarkurator dalam tugas bersama belum dibagi.</a:t>
            </a:r>
            <a:endParaRPr lang="en-US" sz="1100" dirty="0"/>
          </a:p>
        </p:txBody>
      </p:sp>
      <p:sp>
        <p:nvSpPr>
          <p:cNvPr id="22" name="!!band"/>
          <p:cNvSpPr/>
          <p:nvPr/>
        </p:nvSpPr>
        <p:spPr>
          <a:xfrm>
            <a:off x="457200" y="5511800"/>
            <a:ext cx="11274552" cy="838200"/>
          </a:xfrm>
          <a:prstGeom prst="roundRect">
            <a:avLst>
              <a:gd name="adj" fmla="val 10204"/>
            </a:avLst>
          </a:prstGeom>
          <a:solidFill>
            <a:srgbClr val="7A1F2B"/>
          </a:solidFill>
          <a:ln w="12700">
            <a:solidFill>
              <a:srgbClr val="7A1F2B"/>
            </a:solidFill>
            <a:prstDash val="solid"/>
          </a:ln>
        </p:spPr>
        <p:txBody>
          <a:bodyPr/>
          <a:lstStyle/>
          <a:p>
            <a:endParaRPr lang="id-ID"/>
          </a:p>
        </p:txBody>
      </p:sp>
      <p:sp>
        <p:nvSpPr>
          <p:cNvPr id="23" name="g5_16"/>
          <p:cNvSpPr txBox="1"/>
          <p:nvPr/>
        </p:nvSpPr>
        <p:spPr>
          <a:xfrm>
            <a:off x="640080" y="5511800"/>
            <a:ext cx="1417320" cy="838200"/>
          </a:xfrm>
          <a:prstGeom prst="rect">
            <a:avLst/>
          </a:prstGeom>
          <a:noFill/>
          <a:ln/>
        </p:spPr>
        <p:txBody>
          <a:bodyPr wrap="square" lIns="0" tIns="0" rIns="0" bIns="0" rtlCol="0" anchor="ctr"/>
          <a:lstStyle/>
          <a:p>
            <a:pPr marL="0" indent="0">
              <a:buNone/>
            </a:pPr>
            <a:r>
              <a:rPr lang="en-US" sz="1150" b="1" kern="0" spc="100" dirty="0">
                <a:solidFill>
                  <a:srgbClr val="E8CB80"/>
                </a:solidFill>
              </a:rPr>
              <a:t>KOORDINASI</a:t>
            </a:r>
            <a:endParaRPr lang="en-US" sz="1150" dirty="0"/>
          </a:p>
          <a:p>
            <a:pPr marL="0" indent="0">
              <a:buNone/>
            </a:pPr>
            <a:r>
              <a:rPr lang="en-US" sz="1150" b="1" kern="0" spc="100" dirty="0">
                <a:solidFill>
                  <a:srgbClr val="E8CB80"/>
                </a:solidFill>
              </a:rPr>
              <a:t>ANTARLEMBAGA</a:t>
            </a:r>
            <a:endParaRPr lang="en-US" sz="1150" dirty="0"/>
          </a:p>
        </p:txBody>
      </p:sp>
      <p:pic>
        <p:nvPicPr>
          <p:cNvPr id="24" name="g5_17" descr="preencoded.png"/>
          <p:cNvPicPr>
            <a:picLocks noChangeAspect="1"/>
          </p:cNvPicPr>
          <p:nvPr/>
        </p:nvPicPr>
        <p:blipFill>
          <a:blip r:embed="rId3"/>
          <a:stretch>
            <a:fillRect/>
          </a:stretch>
        </p:blipFill>
        <p:spPr>
          <a:xfrm>
            <a:off x="2148840" y="5676900"/>
            <a:ext cx="329184" cy="329184"/>
          </a:xfrm>
          <a:prstGeom prst="rect">
            <a:avLst/>
          </a:prstGeom>
        </p:spPr>
      </p:pic>
      <p:sp>
        <p:nvSpPr>
          <p:cNvPr id="25" name="g5_18"/>
          <p:cNvSpPr txBox="1"/>
          <p:nvPr/>
        </p:nvSpPr>
        <p:spPr>
          <a:xfrm>
            <a:off x="2560320" y="5664200"/>
            <a:ext cx="1386230" cy="609600"/>
          </a:xfrm>
          <a:prstGeom prst="rect">
            <a:avLst/>
          </a:prstGeom>
          <a:noFill/>
          <a:ln/>
        </p:spPr>
        <p:txBody>
          <a:bodyPr wrap="square" lIns="0" tIns="0" rIns="0" bIns="0" rtlCol="0" anchor="t"/>
          <a:lstStyle/>
          <a:p>
            <a:pPr marL="0" indent="0">
              <a:buNone/>
            </a:pPr>
            <a:r>
              <a:rPr lang="en-US" sz="1050" b="1" dirty="0">
                <a:solidFill>
                  <a:srgbClr val="FFFFFF"/>
                </a:solidFill>
              </a:rPr>
              <a:t>Kementerian</a:t>
            </a:r>
            <a:endParaRPr lang="en-US" sz="1050" dirty="0"/>
          </a:p>
          <a:p>
            <a:pPr marL="0" indent="0">
              <a:buNone/>
            </a:pPr>
            <a:r>
              <a:rPr lang="en-US" sz="1050" dirty="0">
                <a:solidFill>
                  <a:srgbClr val="F1DCDF"/>
                </a:solidFill>
              </a:rPr>
              <a:t>membina BHP dan mengelola data kurator</a:t>
            </a:r>
            <a:endParaRPr lang="en-US" sz="1050" dirty="0"/>
          </a:p>
        </p:txBody>
      </p:sp>
      <p:pic>
        <p:nvPicPr>
          <p:cNvPr id="26" name="g5_19" descr="preencoded.png"/>
          <p:cNvPicPr>
            <a:picLocks noChangeAspect="1"/>
          </p:cNvPicPr>
          <p:nvPr/>
        </p:nvPicPr>
        <p:blipFill>
          <a:blip r:embed="rId4"/>
          <a:stretch>
            <a:fillRect/>
          </a:stretch>
        </p:blipFill>
        <p:spPr>
          <a:xfrm>
            <a:off x="4037990" y="5676900"/>
            <a:ext cx="329184" cy="329184"/>
          </a:xfrm>
          <a:prstGeom prst="rect">
            <a:avLst/>
          </a:prstGeom>
        </p:spPr>
      </p:pic>
      <p:sp>
        <p:nvSpPr>
          <p:cNvPr id="27" name="g5_20"/>
          <p:cNvSpPr txBox="1"/>
          <p:nvPr/>
        </p:nvSpPr>
        <p:spPr>
          <a:xfrm>
            <a:off x="4449470" y="5664200"/>
            <a:ext cx="1386230" cy="609600"/>
          </a:xfrm>
          <a:prstGeom prst="rect">
            <a:avLst/>
          </a:prstGeom>
          <a:noFill/>
          <a:ln/>
        </p:spPr>
        <p:txBody>
          <a:bodyPr wrap="square" lIns="0" tIns="0" rIns="0" bIns="0" rtlCol="0" anchor="t"/>
          <a:lstStyle/>
          <a:p>
            <a:pPr marL="0" indent="0">
              <a:buNone/>
            </a:pPr>
            <a:r>
              <a:rPr lang="en-US" sz="1050" b="1" dirty="0">
                <a:solidFill>
                  <a:srgbClr val="FFFFFF"/>
                </a:solidFill>
              </a:rPr>
              <a:t>Hakim Pengawas</a:t>
            </a:r>
            <a:endParaRPr lang="en-US" sz="1050" dirty="0"/>
          </a:p>
          <a:p>
            <a:pPr marL="0" indent="0">
              <a:buNone/>
            </a:pPr>
            <a:r>
              <a:rPr lang="en-US" sz="1050" dirty="0">
                <a:solidFill>
                  <a:srgbClr val="F1DCDF"/>
                </a:solidFill>
              </a:rPr>
              <a:t>mengawasi tiap perkara</a:t>
            </a:r>
            <a:endParaRPr lang="en-US" sz="1050" dirty="0"/>
          </a:p>
        </p:txBody>
      </p:sp>
      <p:pic>
        <p:nvPicPr>
          <p:cNvPr id="28" name="g5_21" descr="preencoded.png"/>
          <p:cNvPicPr>
            <a:picLocks noChangeAspect="1"/>
          </p:cNvPicPr>
          <p:nvPr/>
        </p:nvPicPr>
        <p:blipFill>
          <a:blip r:embed="rId5"/>
          <a:stretch>
            <a:fillRect/>
          </a:stretch>
        </p:blipFill>
        <p:spPr>
          <a:xfrm>
            <a:off x="5927141" y="5676900"/>
            <a:ext cx="329184" cy="329184"/>
          </a:xfrm>
          <a:prstGeom prst="rect">
            <a:avLst/>
          </a:prstGeom>
        </p:spPr>
      </p:pic>
      <p:sp>
        <p:nvSpPr>
          <p:cNvPr id="29" name="g5_22"/>
          <p:cNvSpPr txBox="1"/>
          <p:nvPr/>
        </p:nvSpPr>
        <p:spPr>
          <a:xfrm>
            <a:off x="6338621" y="5664200"/>
            <a:ext cx="1386230" cy="609600"/>
          </a:xfrm>
          <a:prstGeom prst="rect">
            <a:avLst/>
          </a:prstGeom>
          <a:noFill/>
          <a:ln/>
        </p:spPr>
        <p:txBody>
          <a:bodyPr wrap="square" lIns="0" tIns="0" rIns="0" bIns="0" rtlCol="0" anchor="t"/>
          <a:lstStyle/>
          <a:p>
            <a:pPr marL="0" indent="0">
              <a:buNone/>
            </a:pPr>
            <a:r>
              <a:rPr lang="en-US" sz="1050" b="1" dirty="0">
                <a:solidFill>
                  <a:srgbClr val="FFFFFF"/>
                </a:solidFill>
              </a:rPr>
              <a:t>Organisasi profesi</a:t>
            </a:r>
            <a:endParaRPr lang="en-US" sz="1050" dirty="0"/>
          </a:p>
          <a:p>
            <a:pPr marL="0" indent="0">
              <a:buNone/>
            </a:pPr>
            <a:r>
              <a:rPr lang="en-US" sz="1050" dirty="0">
                <a:solidFill>
                  <a:srgbClr val="F1DCDF"/>
                </a:solidFill>
              </a:rPr>
              <a:t>menegakkan etik kurator perseorangan</a:t>
            </a:r>
            <a:endParaRPr lang="en-US" sz="1050" dirty="0"/>
          </a:p>
        </p:txBody>
      </p:sp>
      <p:pic>
        <p:nvPicPr>
          <p:cNvPr id="30" name="g5_23" descr="preencoded.png"/>
          <p:cNvPicPr>
            <a:picLocks noChangeAspect="1"/>
          </p:cNvPicPr>
          <p:nvPr/>
        </p:nvPicPr>
        <p:blipFill>
          <a:blip r:embed="rId6"/>
          <a:stretch>
            <a:fillRect/>
          </a:stretch>
        </p:blipFill>
        <p:spPr>
          <a:xfrm>
            <a:off x="7816291" y="5676900"/>
            <a:ext cx="329184" cy="329184"/>
          </a:xfrm>
          <a:prstGeom prst="rect">
            <a:avLst/>
          </a:prstGeom>
        </p:spPr>
      </p:pic>
      <p:sp>
        <p:nvSpPr>
          <p:cNvPr id="31" name="g5_24"/>
          <p:cNvSpPr txBox="1"/>
          <p:nvPr/>
        </p:nvSpPr>
        <p:spPr>
          <a:xfrm>
            <a:off x="8227771" y="5664200"/>
            <a:ext cx="1386230" cy="609600"/>
          </a:xfrm>
          <a:prstGeom prst="rect">
            <a:avLst/>
          </a:prstGeom>
          <a:noFill/>
          <a:ln/>
        </p:spPr>
        <p:txBody>
          <a:bodyPr wrap="square" lIns="0" tIns="0" rIns="0" bIns="0" rtlCol="0" anchor="t"/>
          <a:lstStyle/>
          <a:p>
            <a:pPr marL="0" indent="0">
              <a:buNone/>
            </a:pPr>
            <a:r>
              <a:rPr lang="en-US" sz="1050" b="1" dirty="0">
                <a:solidFill>
                  <a:srgbClr val="FFFFFF"/>
                </a:solidFill>
              </a:rPr>
              <a:t>Pengadilan</a:t>
            </a:r>
            <a:endParaRPr lang="en-US" sz="1050" dirty="0"/>
          </a:p>
          <a:p>
            <a:pPr marL="0" indent="0">
              <a:buNone/>
            </a:pPr>
            <a:r>
              <a:rPr lang="en-US" sz="1050" dirty="0">
                <a:solidFill>
                  <a:srgbClr val="F1DCDF"/>
                </a:solidFill>
              </a:rPr>
              <a:t>menunjuk kurator dan menyampaikan putusan</a:t>
            </a:r>
            <a:endParaRPr lang="en-US" sz="1050" dirty="0"/>
          </a:p>
        </p:txBody>
      </p:sp>
      <p:pic>
        <p:nvPicPr>
          <p:cNvPr id="32" name="g5_25" descr="preencoded.png"/>
          <p:cNvPicPr>
            <a:picLocks noChangeAspect="1"/>
          </p:cNvPicPr>
          <p:nvPr/>
        </p:nvPicPr>
        <p:blipFill>
          <a:blip r:embed="rId7"/>
          <a:stretch>
            <a:fillRect/>
          </a:stretch>
        </p:blipFill>
        <p:spPr>
          <a:xfrm>
            <a:off x="9705442" y="5676900"/>
            <a:ext cx="329184" cy="329184"/>
          </a:xfrm>
          <a:prstGeom prst="rect">
            <a:avLst/>
          </a:prstGeom>
        </p:spPr>
      </p:pic>
      <p:sp>
        <p:nvSpPr>
          <p:cNvPr id="33" name="g5_26"/>
          <p:cNvSpPr txBox="1"/>
          <p:nvPr/>
        </p:nvSpPr>
        <p:spPr>
          <a:xfrm>
            <a:off x="10116922" y="5664200"/>
            <a:ext cx="1386230" cy="609600"/>
          </a:xfrm>
          <a:prstGeom prst="rect">
            <a:avLst/>
          </a:prstGeom>
          <a:noFill/>
          <a:ln/>
        </p:spPr>
        <p:txBody>
          <a:bodyPr wrap="square" lIns="0" tIns="0" rIns="0" bIns="0" rtlCol="0" anchor="t"/>
          <a:lstStyle/>
          <a:p>
            <a:pPr marL="0" indent="0">
              <a:buNone/>
            </a:pPr>
            <a:r>
              <a:rPr lang="en-US" sz="1050" b="1" dirty="0">
                <a:solidFill>
                  <a:srgbClr val="FFFFFF"/>
                </a:solidFill>
              </a:rPr>
              <a:t>BHP dan BPN daerah</a:t>
            </a:r>
            <a:endParaRPr lang="en-US" sz="1050" dirty="0"/>
          </a:p>
          <a:p>
            <a:pPr marL="0" indent="0">
              <a:buNone/>
            </a:pPr>
            <a:r>
              <a:rPr lang="en-US" sz="1050" dirty="0">
                <a:solidFill>
                  <a:srgbClr val="F1DCDF"/>
                </a:solidFill>
              </a:rPr>
              <a:t>amankan aset, cegah sertifikat ganda</a:t>
            </a:r>
            <a:endParaRPr lang="en-US" sz="1050" dirty="0"/>
          </a:p>
        </p:txBody>
      </p:sp>
      <p:sp>
        <p:nvSpPr>
          <p:cNvPr id="34" name="link_data_ring">
            <a:hlinkClick r:id="rId8"/>
            <a:hlinkHover r:id="rId8" highlightClick="1"/>
          </p:cNvPr>
          <p:cNvSpPr/>
          <p:nvPr/>
        </p:nvSpPr>
        <p:spPr>
          <a:xfrm>
            <a:off x="9189720" y="227584"/>
            <a:ext cx="2615184" cy="566928"/>
          </a:xfrm>
          <a:prstGeom prst="roundRect">
            <a:avLst>
              <a:gd name="adj" fmla="val 50000"/>
            </a:avLst>
          </a:prstGeom>
          <a:solidFill>
            <a:srgbClr val="C9A24A">
              <a:alpha val="20000"/>
            </a:srgbClr>
          </a:solidFill>
          <a:ln w="22225">
            <a:solidFill>
              <a:srgbClr val="C9A24A">
                <a:alpha val="75000"/>
              </a:srgbClr>
            </a:solidFill>
            <a:prstDash val="solid"/>
          </a:ln>
        </p:spPr>
        <p:txBody>
          <a:bodyPr/>
          <a:lstStyle/>
          <a:p>
            <a:endParaRPr lang="id-ID"/>
          </a:p>
        </p:txBody>
      </p:sp>
      <p:sp>
        <p:nvSpPr>
          <p:cNvPr id="35" name="link_data_bg">
            <a:hlinkClick r:id="rId8"/>
            <a:hlinkHover r:id="rId8" highlightClick="1"/>
          </p:cNvPr>
          <p:cNvSpPr/>
          <p:nvPr/>
        </p:nvSpPr>
        <p:spPr>
          <a:xfrm>
            <a:off x="9262872" y="282448"/>
            <a:ext cx="2468880" cy="457200"/>
          </a:xfrm>
          <a:prstGeom prst="roundRect">
            <a:avLst>
              <a:gd name="adj" fmla="val 50000"/>
            </a:avLst>
          </a:prstGeom>
          <a:solidFill>
            <a:srgbClr val="C9A24A"/>
          </a:solidFill>
          <a:ln w="19050">
            <a:solidFill>
              <a:srgbClr val="FFFFFF"/>
            </a:solidFill>
            <a:prstDash val="solid"/>
          </a:ln>
          <a:effectLst>
            <a:outerShdw blurRad="127000" dist="25400" dir="5400000" algn="bl" rotWithShape="0">
              <a:srgbClr val="7A1F2B">
                <a:alpha val="50000"/>
              </a:srgbClr>
            </a:outerShdw>
          </a:effectLst>
        </p:spPr>
        <p:txBody>
          <a:bodyPr/>
          <a:lstStyle/>
          <a:p>
            <a:endParaRPr lang="id-ID"/>
          </a:p>
        </p:txBody>
      </p:sp>
      <p:sp>
        <p:nvSpPr>
          <p:cNvPr id="36" name="link_data_c">
            <a:hlinkClick r:id="rId8"/>
            <a:hlinkHover r:id="rId8" highlightClick="1"/>
          </p:cNvPr>
          <p:cNvSpPr/>
          <p:nvPr/>
        </p:nvSpPr>
        <p:spPr>
          <a:xfrm>
            <a:off x="9317736" y="328168"/>
            <a:ext cx="365760" cy="365760"/>
          </a:xfrm>
          <a:prstGeom prst="ellipse">
            <a:avLst/>
          </a:prstGeom>
          <a:solidFill>
            <a:srgbClr val="7A1F2B"/>
          </a:solidFill>
          <a:ln w="12700">
            <a:solidFill>
              <a:srgbClr val="FFFFFF"/>
            </a:solidFill>
            <a:prstDash val="solid"/>
          </a:ln>
        </p:spPr>
        <p:txBody>
          <a:bodyPr/>
          <a:lstStyle/>
          <a:p>
            <a:endParaRPr lang="id-ID"/>
          </a:p>
        </p:txBody>
      </p:sp>
      <p:pic>
        <p:nvPicPr>
          <p:cNvPr id="37" name="link_data_i" descr="preencoded.png"/>
          <p:cNvPicPr>
            <a:picLocks noChangeAspect="1"/>
          </p:cNvPicPr>
          <p:nvPr/>
        </p:nvPicPr>
        <p:blipFill>
          <a:blip r:embed="rId9"/>
          <a:stretch>
            <a:fillRect/>
          </a:stretch>
        </p:blipFill>
        <p:spPr>
          <a:xfrm>
            <a:off x="9400032" y="410464"/>
            <a:ext cx="201168" cy="201168"/>
          </a:xfrm>
          <a:prstGeom prst="rect">
            <a:avLst/>
          </a:prstGeom>
        </p:spPr>
      </p:pic>
      <p:sp>
        <p:nvSpPr>
          <p:cNvPr id="38" name="link_data_t">
            <a:hlinkClick r:id="rId8"/>
            <a:hlinkHover r:id="rId8" highlightClick="1"/>
          </p:cNvPr>
          <p:cNvSpPr txBox="1"/>
          <p:nvPr/>
        </p:nvSpPr>
        <p:spPr>
          <a:xfrm>
            <a:off x="9747504" y="300736"/>
            <a:ext cx="1938528" cy="420624"/>
          </a:xfrm>
          <a:prstGeom prst="rect">
            <a:avLst/>
          </a:prstGeom>
          <a:noFill/>
          <a:ln/>
        </p:spPr>
        <p:txBody>
          <a:bodyPr wrap="square" lIns="0" tIns="0" rIns="0" bIns="0" rtlCol="0" anchor="ctr"/>
          <a:lstStyle/>
          <a:p>
            <a:pPr marL="0" indent="0">
              <a:buNone/>
            </a:pPr>
            <a:r>
              <a:rPr lang="en-US" sz="1100" b="1" kern="0" spc="50" dirty="0">
                <a:solidFill>
                  <a:srgbClr val="7A1F2B"/>
                </a:solidFill>
              </a:rPr>
              <a:t>LIHAT DATA INTERAKTIF</a:t>
            </a:r>
            <a:endParaRPr lang="en-US" sz="1100" dirty="0"/>
          </a:p>
          <a:p>
            <a:pPr marL="0" indent="0">
              <a:buNone/>
            </a:pPr>
            <a:r>
              <a:rPr lang="en-US" sz="850" i="1" dirty="0">
                <a:solidFill>
                  <a:srgbClr val="4E1219"/>
                </a:solidFill>
              </a:rPr>
              <a:t>grafik bergerak  ›</a:t>
            </a:r>
            <a:endParaRPr lang="en-US" sz="1100" dirty="0"/>
          </a:p>
        </p:txBody>
      </p:sp>
      <p:sp>
        <p:nvSpPr>
          <p:cNvPr id="39" name="link_data_cap">
            <a:hlinkClick r:id="rId8"/>
            <a:hlinkHover r:id="rId8" highlightClick="1"/>
          </p:cNvPr>
          <p:cNvSpPr txBox="1"/>
          <p:nvPr/>
        </p:nvSpPr>
        <p:spPr>
          <a:xfrm>
            <a:off x="9893300" y="838200"/>
            <a:ext cx="1905000" cy="508000"/>
          </a:xfrm>
          <a:prstGeom prst="rect">
            <a:avLst/>
          </a:prstGeom>
          <a:noFill/>
          <a:ln/>
        </p:spPr>
        <p:txBody>
          <a:bodyPr wrap="square" lIns="0" tIns="0" rIns="0" bIns="0" rtlCol="0" anchor="t"/>
          <a:lstStyle/>
          <a:p>
            <a:pPr marL="0" indent="0" algn="l">
              <a:buNone/>
            </a:pPr>
            <a:r>
              <a:rPr lang="en-US" sz="1000" b="1" dirty="0">
                <a:solidFill>
                  <a:srgbClr val="7A1F2B"/>
                </a:solidFill>
              </a:rPr>
              <a:t>Arahkan kursor ke tombol ini</a:t>
            </a:r>
            <a:r>
              <a:rPr lang="en-US" sz="1000" dirty="0">
                <a:solidFill>
                  <a:srgbClr val="555555"/>
                </a:solidFill>
              </a:rPr>
              <a:t> untuk membuka grafik perkara BHP Medan.</a:t>
            </a:r>
            <a:endParaRPr lang="en-US" sz="1000" dirty="0"/>
          </a:p>
        </p:txBody>
      </p:sp>
      <p:sp>
        <p:nvSpPr>
          <p:cNvPr id="40" name="Slide Number Placeholder 0"/>
          <p:cNvSpPr>
            <a:spLocks noGrp="1"/>
          </p:cNvSpPr>
          <p:nvPr>
            <p:ph type="sldNum" sz="quarter" idx="4294967295"/>
          </p:nvPr>
        </p:nvSpPr>
        <p:spPr>
          <a:xfrm>
            <a:off x="11338560" y="6473952"/>
            <a:ext cx="41148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8C8C8C"/>
                </a:solidFill>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264681890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450" decel="100000" fill="hold"/>
                                        <p:tgtEl>
                                          <p:spTgt spid="2"/>
                                        </p:tgtEl>
                                        <p:attrNameLst>
                                          <p:attrName>ppt_w</p:attrName>
                                        </p:attrNameLst>
                                      </p:cBhvr>
                                      <p:tavLst>
                                        <p:tav tm="0">
                                          <p:val>
                                            <p:fltVal val="0"/>
                                          </p:val>
                                        </p:tav>
                                        <p:tav tm="100000">
                                          <p:val>
                                            <p:strVal val="#ppt_w"/>
                                          </p:val>
                                        </p:tav>
                                      </p:tavLst>
                                    </p:anim>
                                    <p:anim calcmode="lin" valueType="num">
                                      <p:cBhvr>
                                        <p:cTn id="8" dur="450" decel="100000" fill="hold"/>
                                        <p:tgtEl>
                                          <p:spTgt spid="2"/>
                                        </p:tgtEl>
                                        <p:attrNameLst>
                                          <p:attrName>ppt_h</p:attrName>
                                        </p:attrNameLst>
                                      </p:cBhvr>
                                      <p:tavLst>
                                        <p:tav tm="0">
                                          <p:val>
                                            <p:fltVal val="0"/>
                                          </p:val>
                                        </p:tav>
                                        <p:tav tm="100000">
                                          <p:val>
                                            <p:strVal val="#ppt_h"/>
                                          </p:val>
                                        </p:tav>
                                      </p:tavLst>
                                    </p:anim>
                                    <p:animEffect transition="in" filter="fade">
                                      <p:cBhvr>
                                        <p:cTn id="9" dur="450"/>
                                        <p:tgtEl>
                                          <p:spTgt spid="2"/>
                                        </p:tgtEl>
                                      </p:cBhvr>
                                    </p:animEffect>
                                  </p:childTnLst>
                                </p:cTn>
                              </p:par>
                              <p:par>
                                <p:cTn id="10" presetID="53" presetClass="entr" presetSubtype="16" fill="hold" nodeType="withEffect">
                                  <p:stCondLst>
                                    <p:cond delay="110"/>
                                  </p:stCondLst>
                                  <p:childTnLst>
                                    <p:set>
                                      <p:cBhvr>
                                        <p:cTn id="11" dur="1" fill="hold">
                                          <p:stCondLst>
                                            <p:cond delay="0"/>
                                          </p:stCondLst>
                                        </p:cTn>
                                        <p:tgtEl>
                                          <p:spTgt spid="3"/>
                                        </p:tgtEl>
                                        <p:attrNameLst>
                                          <p:attrName>style.visibility</p:attrName>
                                        </p:attrNameLst>
                                      </p:cBhvr>
                                      <p:to>
                                        <p:strVal val="visible"/>
                                      </p:to>
                                    </p:set>
                                    <p:anim calcmode="lin" valueType="num">
                                      <p:cBhvr>
                                        <p:cTn id="12" dur="450" decel="100000" fill="hold"/>
                                        <p:tgtEl>
                                          <p:spTgt spid="3"/>
                                        </p:tgtEl>
                                        <p:attrNameLst>
                                          <p:attrName>ppt_w</p:attrName>
                                        </p:attrNameLst>
                                      </p:cBhvr>
                                      <p:tavLst>
                                        <p:tav tm="0">
                                          <p:val>
                                            <p:fltVal val="0"/>
                                          </p:val>
                                        </p:tav>
                                        <p:tav tm="100000">
                                          <p:val>
                                            <p:strVal val="#ppt_w"/>
                                          </p:val>
                                        </p:tav>
                                      </p:tavLst>
                                    </p:anim>
                                    <p:anim calcmode="lin" valueType="num">
                                      <p:cBhvr>
                                        <p:cTn id="13" dur="450" decel="100000" fill="hold"/>
                                        <p:tgtEl>
                                          <p:spTgt spid="3"/>
                                        </p:tgtEl>
                                        <p:attrNameLst>
                                          <p:attrName>ppt_h</p:attrName>
                                        </p:attrNameLst>
                                      </p:cBhvr>
                                      <p:tavLst>
                                        <p:tav tm="0">
                                          <p:val>
                                            <p:fltVal val="0"/>
                                          </p:val>
                                        </p:tav>
                                        <p:tav tm="100000">
                                          <p:val>
                                            <p:strVal val="#ppt_h"/>
                                          </p:val>
                                        </p:tav>
                                      </p:tavLst>
                                    </p:anim>
                                    <p:animEffect transition="in" filter="fade">
                                      <p:cBhvr>
                                        <p:cTn id="14" dur="450"/>
                                        <p:tgtEl>
                                          <p:spTgt spid="3"/>
                                        </p:tgtEl>
                                      </p:cBhvr>
                                    </p:animEffect>
                                  </p:childTnLst>
                                </p:cTn>
                              </p:par>
                              <p:par>
                                <p:cTn id="15" presetID="6" presetClass="emph" presetSubtype="0" repeatCount="indefinite" fill="hold" nodeType="withEffect">
                                  <p:stCondLst>
                                    <p:cond delay="600"/>
                                  </p:stCondLst>
                                  <p:childTnLst>
                                    <p:animScale>
                                      <p:cBhvr>
                                        <p:cTn id="16" dur="1100" accel="50000" decel="50000" autoRev="1" fill="hold"/>
                                        <p:tgtEl>
                                          <p:spTgt spid="34"/>
                                        </p:tgtEl>
                                      </p:cBhvr>
                                      <p:by x="112000" y="112000"/>
                                    </p:animScale>
                                  </p:childTnLst>
                                </p:cTn>
                              </p:par>
                              <p:par>
                                <p:cTn id="17" presetID="6" presetClass="emph" presetSubtype="0" repeatCount="indefinite" fill="hold" nodeType="withEffect">
                                  <p:stCondLst>
                                    <p:cond delay="600"/>
                                  </p:stCondLst>
                                  <p:childTnLst>
                                    <p:animScale>
                                      <p:cBhvr>
                                        <p:cTn id="18" dur="1100" accel="50000" decel="50000" autoRev="1" fill="hold"/>
                                        <p:tgtEl>
                                          <p:spTgt spid="35"/>
                                        </p:tgtEl>
                                      </p:cBhvr>
                                      <p:by x="103000" y="103000"/>
                                    </p:animScale>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450" decel="100000" fill="hold"/>
                                        <p:tgtEl>
                                          <p:spTgt spid="5"/>
                                        </p:tgtEl>
                                        <p:attrNameLst>
                                          <p:attrName>ppt_w</p:attrName>
                                        </p:attrNameLst>
                                      </p:cBhvr>
                                      <p:tavLst>
                                        <p:tav tm="0">
                                          <p:val>
                                            <p:fltVal val="0"/>
                                          </p:val>
                                        </p:tav>
                                        <p:tav tm="100000">
                                          <p:val>
                                            <p:strVal val="#ppt_w"/>
                                          </p:val>
                                        </p:tav>
                                      </p:tavLst>
                                    </p:anim>
                                    <p:anim calcmode="lin" valueType="num">
                                      <p:cBhvr>
                                        <p:cTn id="24" dur="450" decel="100000" fill="hold"/>
                                        <p:tgtEl>
                                          <p:spTgt spid="5"/>
                                        </p:tgtEl>
                                        <p:attrNameLst>
                                          <p:attrName>ppt_h</p:attrName>
                                        </p:attrNameLst>
                                      </p:cBhvr>
                                      <p:tavLst>
                                        <p:tav tm="0">
                                          <p:val>
                                            <p:fltVal val="0"/>
                                          </p:val>
                                        </p:tav>
                                        <p:tav tm="100000">
                                          <p:val>
                                            <p:strVal val="#ppt_h"/>
                                          </p:val>
                                        </p:tav>
                                      </p:tavLst>
                                    </p:anim>
                                    <p:animEffect transition="in" filter="fade">
                                      <p:cBhvr>
                                        <p:cTn id="25" dur="450"/>
                                        <p:tgtEl>
                                          <p:spTgt spid="5"/>
                                        </p:tgtEl>
                                      </p:cBhvr>
                                    </p:animEffect>
                                  </p:childTnLst>
                                </p:cTn>
                              </p:par>
                              <p:par>
                                <p:cTn id="26" presetID="53" presetClass="entr" presetSubtype="16" fill="hold" nodeType="withEffect">
                                  <p:stCondLst>
                                    <p:cond delay="110"/>
                                  </p:stCondLst>
                                  <p:childTnLst>
                                    <p:set>
                                      <p:cBhvr>
                                        <p:cTn id="27" dur="1" fill="hold">
                                          <p:stCondLst>
                                            <p:cond delay="0"/>
                                          </p:stCondLst>
                                        </p:cTn>
                                        <p:tgtEl>
                                          <p:spTgt spid="6"/>
                                        </p:tgtEl>
                                        <p:attrNameLst>
                                          <p:attrName>style.visibility</p:attrName>
                                        </p:attrNameLst>
                                      </p:cBhvr>
                                      <p:to>
                                        <p:strVal val="visible"/>
                                      </p:to>
                                    </p:set>
                                    <p:anim calcmode="lin" valueType="num">
                                      <p:cBhvr>
                                        <p:cTn id="28" dur="450" decel="100000" fill="hold"/>
                                        <p:tgtEl>
                                          <p:spTgt spid="6"/>
                                        </p:tgtEl>
                                        <p:attrNameLst>
                                          <p:attrName>ppt_w</p:attrName>
                                        </p:attrNameLst>
                                      </p:cBhvr>
                                      <p:tavLst>
                                        <p:tav tm="0">
                                          <p:val>
                                            <p:fltVal val="0"/>
                                          </p:val>
                                        </p:tav>
                                        <p:tav tm="100000">
                                          <p:val>
                                            <p:strVal val="#ppt_w"/>
                                          </p:val>
                                        </p:tav>
                                      </p:tavLst>
                                    </p:anim>
                                    <p:anim calcmode="lin" valueType="num">
                                      <p:cBhvr>
                                        <p:cTn id="29" dur="450" decel="100000" fill="hold"/>
                                        <p:tgtEl>
                                          <p:spTgt spid="6"/>
                                        </p:tgtEl>
                                        <p:attrNameLst>
                                          <p:attrName>ppt_h</p:attrName>
                                        </p:attrNameLst>
                                      </p:cBhvr>
                                      <p:tavLst>
                                        <p:tav tm="0">
                                          <p:val>
                                            <p:fltVal val="0"/>
                                          </p:val>
                                        </p:tav>
                                        <p:tav tm="100000">
                                          <p:val>
                                            <p:strVal val="#ppt_h"/>
                                          </p:val>
                                        </p:tav>
                                      </p:tavLst>
                                    </p:anim>
                                    <p:animEffect transition="in" filter="fade">
                                      <p:cBhvr>
                                        <p:cTn id="30" dur="450"/>
                                        <p:tgtEl>
                                          <p:spTgt spid="6"/>
                                        </p:tgtEl>
                                      </p:cBhvr>
                                    </p:animEffect>
                                  </p:childTnLst>
                                </p:cTn>
                              </p:par>
                              <p:par>
                                <p:cTn id="31" presetID="53" presetClass="entr" presetSubtype="16" fill="hold" nodeType="withEffect">
                                  <p:stCondLst>
                                    <p:cond delay="220"/>
                                  </p:stCondLst>
                                  <p:childTnLst>
                                    <p:set>
                                      <p:cBhvr>
                                        <p:cTn id="32" dur="1" fill="hold">
                                          <p:stCondLst>
                                            <p:cond delay="0"/>
                                          </p:stCondLst>
                                        </p:cTn>
                                        <p:tgtEl>
                                          <p:spTgt spid="7"/>
                                        </p:tgtEl>
                                        <p:attrNameLst>
                                          <p:attrName>style.visibility</p:attrName>
                                        </p:attrNameLst>
                                      </p:cBhvr>
                                      <p:to>
                                        <p:strVal val="visible"/>
                                      </p:to>
                                    </p:set>
                                    <p:anim calcmode="lin" valueType="num">
                                      <p:cBhvr>
                                        <p:cTn id="33" dur="450" decel="100000" fill="hold"/>
                                        <p:tgtEl>
                                          <p:spTgt spid="7"/>
                                        </p:tgtEl>
                                        <p:attrNameLst>
                                          <p:attrName>ppt_w</p:attrName>
                                        </p:attrNameLst>
                                      </p:cBhvr>
                                      <p:tavLst>
                                        <p:tav tm="0">
                                          <p:val>
                                            <p:fltVal val="0"/>
                                          </p:val>
                                        </p:tav>
                                        <p:tav tm="100000">
                                          <p:val>
                                            <p:strVal val="#ppt_w"/>
                                          </p:val>
                                        </p:tav>
                                      </p:tavLst>
                                    </p:anim>
                                    <p:anim calcmode="lin" valueType="num">
                                      <p:cBhvr>
                                        <p:cTn id="34" dur="450" decel="100000" fill="hold"/>
                                        <p:tgtEl>
                                          <p:spTgt spid="7"/>
                                        </p:tgtEl>
                                        <p:attrNameLst>
                                          <p:attrName>ppt_h</p:attrName>
                                        </p:attrNameLst>
                                      </p:cBhvr>
                                      <p:tavLst>
                                        <p:tav tm="0">
                                          <p:val>
                                            <p:fltVal val="0"/>
                                          </p:val>
                                        </p:tav>
                                        <p:tav tm="100000">
                                          <p:val>
                                            <p:strVal val="#ppt_h"/>
                                          </p:val>
                                        </p:tav>
                                      </p:tavLst>
                                    </p:anim>
                                    <p:animEffect transition="in" filter="fade">
                                      <p:cBhvr>
                                        <p:cTn id="35" dur="450"/>
                                        <p:tgtEl>
                                          <p:spTgt spid="7"/>
                                        </p:tgtEl>
                                      </p:cBhvr>
                                    </p:animEffect>
                                  </p:childTnLst>
                                </p:cTn>
                              </p:par>
                              <p:par>
                                <p:cTn id="36" presetID="53" presetClass="entr" presetSubtype="16" fill="hold" nodeType="withEffect">
                                  <p:stCondLst>
                                    <p:cond delay="330"/>
                                  </p:stCondLst>
                                  <p:childTnLst>
                                    <p:set>
                                      <p:cBhvr>
                                        <p:cTn id="37" dur="1" fill="hold">
                                          <p:stCondLst>
                                            <p:cond delay="0"/>
                                          </p:stCondLst>
                                        </p:cTn>
                                        <p:tgtEl>
                                          <p:spTgt spid="8"/>
                                        </p:tgtEl>
                                        <p:attrNameLst>
                                          <p:attrName>style.visibility</p:attrName>
                                        </p:attrNameLst>
                                      </p:cBhvr>
                                      <p:to>
                                        <p:strVal val="visible"/>
                                      </p:to>
                                    </p:set>
                                    <p:anim calcmode="lin" valueType="num">
                                      <p:cBhvr>
                                        <p:cTn id="38" dur="450" decel="100000" fill="hold"/>
                                        <p:tgtEl>
                                          <p:spTgt spid="8"/>
                                        </p:tgtEl>
                                        <p:attrNameLst>
                                          <p:attrName>ppt_w</p:attrName>
                                        </p:attrNameLst>
                                      </p:cBhvr>
                                      <p:tavLst>
                                        <p:tav tm="0">
                                          <p:val>
                                            <p:fltVal val="0"/>
                                          </p:val>
                                        </p:tav>
                                        <p:tav tm="100000">
                                          <p:val>
                                            <p:strVal val="#ppt_w"/>
                                          </p:val>
                                        </p:tav>
                                      </p:tavLst>
                                    </p:anim>
                                    <p:anim calcmode="lin" valueType="num">
                                      <p:cBhvr>
                                        <p:cTn id="39" dur="450" decel="100000" fill="hold"/>
                                        <p:tgtEl>
                                          <p:spTgt spid="8"/>
                                        </p:tgtEl>
                                        <p:attrNameLst>
                                          <p:attrName>ppt_h</p:attrName>
                                        </p:attrNameLst>
                                      </p:cBhvr>
                                      <p:tavLst>
                                        <p:tav tm="0">
                                          <p:val>
                                            <p:fltVal val="0"/>
                                          </p:val>
                                        </p:tav>
                                        <p:tav tm="100000">
                                          <p:val>
                                            <p:strVal val="#ppt_h"/>
                                          </p:val>
                                        </p:tav>
                                      </p:tavLst>
                                    </p:anim>
                                    <p:animEffect transition="in" filter="fade">
                                      <p:cBhvr>
                                        <p:cTn id="40" dur="450"/>
                                        <p:tgtEl>
                                          <p:spTgt spid="8"/>
                                        </p:tgtEl>
                                      </p:cBhvr>
                                    </p:animEffect>
                                  </p:childTnLst>
                                </p:cTn>
                              </p:par>
                              <p:par>
                                <p:cTn id="41" presetID="53" presetClass="entr" presetSubtype="16" fill="hold" nodeType="withEffect">
                                  <p:stCondLst>
                                    <p:cond delay="440"/>
                                  </p:stCondLst>
                                  <p:childTnLst>
                                    <p:set>
                                      <p:cBhvr>
                                        <p:cTn id="42" dur="1" fill="hold">
                                          <p:stCondLst>
                                            <p:cond delay="0"/>
                                          </p:stCondLst>
                                        </p:cTn>
                                        <p:tgtEl>
                                          <p:spTgt spid="9"/>
                                        </p:tgtEl>
                                        <p:attrNameLst>
                                          <p:attrName>style.visibility</p:attrName>
                                        </p:attrNameLst>
                                      </p:cBhvr>
                                      <p:to>
                                        <p:strVal val="visible"/>
                                      </p:to>
                                    </p:set>
                                    <p:anim calcmode="lin" valueType="num">
                                      <p:cBhvr>
                                        <p:cTn id="43" dur="450" decel="100000" fill="hold"/>
                                        <p:tgtEl>
                                          <p:spTgt spid="9"/>
                                        </p:tgtEl>
                                        <p:attrNameLst>
                                          <p:attrName>ppt_w</p:attrName>
                                        </p:attrNameLst>
                                      </p:cBhvr>
                                      <p:tavLst>
                                        <p:tav tm="0">
                                          <p:val>
                                            <p:fltVal val="0"/>
                                          </p:val>
                                        </p:tav>
                                        <p:tav tm="100000">
                                          <p:val>
                                            <p:strVal val="#ppt_w"/>
                                          </p:val>
                                        </p:tav>
                                      </p:tavLst>
                                    </p:anim>
                                    <p:anim calcmode="lin" valueType="num">
                                      <p:cBhvr>
                                        <p:cTn id="44" dur="450" decel="100000" fill="hold"/>
                                        <p:tgtEl>
                                          <p:spTgt spid="9"/>
                                        </p:tgtEl>
                                        <p:attrNameLst>
                                          <p:attrName>ppt_h</p:attrName>
                                        </p:attrNameLst>
                                      </p:cBhvr>
                                      <p:tavLst>
                                        <p:tav tm="0">
                                          <p:val>
                                            <p:fltVal val="0"/>
                                          </p:val>
                                        </p:tav>
                                        <p:tav tm="100000">
                                          <p:val>
                                            <p:strVal val="#ppt_h"/>
                                          </p:val>
                                        </p:tav>
                                      </p:tavLst>
                                    </p:anim>
                                    <p:animEffect transition="in" filter="fade">
                                      <p:cBhvr>
                                        <p:cTn id="45" dur="45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450" decel="100000" fill="hold"/>
                                        <p:tgtEl>
                                          <p:spTgt spid="11"/>
                                        </p:tgtEl>
                                        <p:attrNameLst>
                                          <p:attrName>ppt_w</p:attrName>
                                        </p:attrNameLst>
                                      </p:cBhvr>
                                      <p:tavLst>
                                        <p:tav tm="0">
                                          <p:val>
                                            <p:fltVal val="0"/>
                                          </p:val>
                                        </p:tav>
                                        <p:tav tm="100000">
                                          <p:val>
                                            <p:strVal val="#ppt_w"/>
                                          </p:val>
                                        </p:tav>
                                      </p:tavLst>
                                    </p:anim>
                                    <p:anim calcmode="lin" valueType="num">
                                      <p:cBhvr>
                                        <p:cTn id="51" dur="450" decel="100000" fill="hold"/>
                                        <p:tgtEl>
                                          <p:spTgt spid="11"/>
                                        </p:tgtEl>
                                        <p:attrNameLst>
                                          <p:attrName>ppt_h</p:attrName>
                                        </p:attrNameLst>
                                      </p:cBhvr>
                                      <p:tavLst>
                                        <p:tav tm="0">
                                          <p:val>
                                            <p:fltVal val="0"/>
                                          </p:val>
                                        </p:tav>
                                        <p:tav tm="100000">
                                          <p:val>
                                            <p:strVal val="#ppt_h"/>
                                          </p:val>
                                        </p:tav>
                                      </p:tavLst>
                                    </p:anim>
                                    <p:animEffect transition="in" filter="fade">
                                      <p:cBhvr>
                                        <p:cTn id="52" dur="450"/>
                                        <p:tgtEl>
                                          <p:spTgt spid="11"/>
                                        </p:tgtEl>
                                      </p:cBhvr>
                                    </p:animEffect>
                                  </p:childTnLst>
                                </p:cTn>
                              </p:par>
                              <p:par>
                                <p:cTn id="53" presetID="53" presetClass="entr" presetSubtype="16" fill="hold" nodeType="withEffect">
                                  <p:stCondLst>
                                    <p:cond delay="110"/>
                                  </p:stCondLst>
                                  <p:childTnLst>
                                    <p:set>
                                      <p:cBhvr>
                                        <p:cTn id="54" dur="1" fill="hold">
                                          <p:stCondLst>
                                            <p:cond delay="0"/>
                                          </p:stCondLst>
                                        </p:cTn>
                                        <p:tgtEl>
                                          <p:spTgt spid="12"/>
                                        </p:tgtEl>
                                        <p:attrNameLst>
                                          <p:attrName>style.visibility</p:attrName>
                                        </p:attrNameLst>
                                      </p:cBhvr>
                                      <p:to>
                                        <p:strVal val="visible"/>
                                      </p:to>
                                    </p:set>
                                    <p:anim calcmode="lin" valueType="num">
                                      <p:cBhvr>
                                        <p:cTn id="55" dur="450" decel="100000" fill="hold"/>
                                        <p:tgtEl>
                                          <p:spTgt spid="12"/>
                                        </p:tgtEl>
                                        <p:attrNameLst>
                                          <p:attrName>ppt_w</p:attrName>
                                        </p:attrNameLst>
                                      </p:cBhvr>
                                      <p:tavLst>
                                        <p:tav tm="0">
                                          <p:val>
                                            <p:fltVal val="0"/>
                                          </p:val>
                                        </p:tav>
                                        <p:tav tm="100000">
                                          <p:val>
                                            <p:strVal val="#ppt_w"/>
                                          </p:val>
                                        </p:tav>
                                      </p:tavLst>
                                    </p:anim>
                                    <p:anim calcmode="lin" valueType="num">
                                      <p:cBhvr>
                                        <p:cTn id="56" dur="450" decel="100000" fill="hold"/>
                                        <p:tgtEl>
                                          <p:spTgt spid="12"/>
                                        </p:tgtEl>
                                        <p:attrNameLst>
                                          <p:attrName>ppt_h</p:attrName>
                                        </p:attrNameLst>
                                      </p:cBhvr>
                                      <p:tavLst>
                                        <p:tav tm="0">
                                          <p:val>
                                            <p:fltVal val="0"/>
                                          </p:val>
                                        </p:tav>
                                        <p:tav tm="100000">
                                          <p:val>
                                            <p:strVal val="#ppt_h"/>
                                          </p:val>
                                        </p:tav>
                                      </p:tavLst>
                                    </p:anim>
                                    <p:animEffect transition="in" filter="fade">
                                      <p:cBhvr>
                                        <p:cTn id="57" dur="450"/>
                                        <p:tgtEl>
                                          <p:spTgt spid="12"/>
                                        </p:tgtEl>
                                      </p:cBhvr>
                                    </p:animEffect>
                                  </p:childTnLst>
                                </p:cTn>
                              </p:par>
                              <p:par>
                                <p:cTn id="58" presetID="53" presetClass="entr" presetSubtype="16" fill="hold" nodeType="withEffect">
                                  <p:stCondLst>
                                    <p:cond delay="220"/>
                                  </p:stCondLst>
                                  <p:childTnLst>
                                    <p:set>
                                      <p:cBhvr>
                                        <p:cTn id="59" dur="1" fill="hold">
                                          <p:stCondLst>
                                            <p:cond delay="0"/>
                                          </p:stCondLst>
                                        </p:cTn>
                                        <p:tgtEl>
                                          <p:spTgt spid="13"/>
                                        </p:tgtEl>
                                        <p:attrNameLst>
                                          <p:attrName>style.visibility</p:attrName>
                                        </p:attrNameLst>
                                      </p:cBhvr>
                                      <p:to>
                                        <p:strVal val="visible"/>
                                      </p:to>
                                    </p:set>
                                    <p:anim calcmode="lin" valueType="num">
                                      <p:cBhvr>
                                        <p:cTn id="60" dur="450" decel="100000" fill="hold"/>
                                        <p:tgtEl>
                                          <p:spTgt spid="13"/>
                                        </p:tgtEl>
                                        <p:attrNameLst>
                                          <p:attrName>ppt_w</p:attrName>
                                        </p:attrNameLst>
                                      </p:cBhvr>
                                      <p:tavLst>
                                        <p:tav tm="0">
                                          <p:val>
                                            <p:fltVal val="0"/>
                                          </p:val>
                                        </p:tav>
                                        <p:tav tm="100000">
                                          <p:val>
                                            <p:strVal val="#ppt_w"/>
                                          </p:val>
                                        </p:tav>
                                      </p:tavLst>
                                    </p:anim>
                                    <p:anim calcmode="lin" valueType="num">
                                      <p:cBhvr>
                                        <p:cTn id="61" dur="450" decel="100000" fill="hold"/>
                                        <p:tgtEl>
                                          <p:spTgt spid="13"/>
                                        </p:tgtEl>
                                        <p:attrNameLst>
                                          <p:attrName>ppt_h</p:attrName>
                                        </p:attrNameLst>
                                      </p:cBhvr>
                                      <p:tavLst>
                                        <p:tav tm="0">
                                          <p:val>
                                            <p:fltVal val="0"/>
                                          </p:val>
                                        </p:tav>
                                        <p:tav tm="100000">
                                          <p:val>
                                            <p:strVal val="#ppt_h"/>
                                          </p:val>
                                        </p:tav>
                                      </p:tavLst>
                                    </p:anim>
                                    <p:animEffect transition="in" filter="fade">
                                      <p:cBhvr>
                                        <p:cTn id="62" dur="450"/>
                                        <p:tgtEl>
                                          <p:spTgt spid="13"/>
                                        </p:tgtEl>
                                      </p:cBhvr>
                                    </p:animEffect>
                                  </p:childTnLst>
                                </p:cTn>
                              </p:par>
                              <p:par>
                                <p:cTn id="63" presetID="53" presetClass="entr" presetSubtype="16" fill="hold" nodeType="withEffect">
                                  <p:stCondLst>
                                    <p:cond delay="330"/>
                                  </p:stCondLst>
                                  <p:childTnLst>
                                    <p:set>
                                      <p:cBhvr>
                                        <p:cTn id="64" dur="1" fill="hold">
                                          <p:stCondLst>
                                            <p:cond delay="0"/>
                                          </p:stCondLst>
                                        </p:cTn>
                                        <p:tgtEl>
                                          <p:spTgt spid="14"/>
                                        </p:tgtEl>
                                        <p:attrNameLst>
                                          <p:attrName>style.visibility</p:attrName>
                                        </p:attrNameLst>
                                      </p:cBhvr>
                                      <p:to>
                                        <p:strVal val="visible"/>
                                      </p:to>
                                    </p:set>
                                    <p:anim calcmode="lin" valueType="num">
                                      <p:cBhvr>
                                        <p:cTn id="65" dur="450" decel="100000" fill="hold"/>
                                        <p:tgtEl>
                                          <p:spTgt spid="14"/>
                                        </p:tgtEl>
                                        <p:attrNameLst>
                                          <p:attrName>ppt_w</p:attrName>
                                        </p:attrNameLst>
                                      </p:cBhvr>
                                      <p:tavLst>
                                        <p:tav tm="0">
                                          <p:val>
                                            <p:fltVal val="0"/>
                                          </p:val>
                                        </p:tav>
                                        <p:tav tm="100000">
                                          <p:val>
                                            <p:strVal val="#ppt_w"/>
                                          </p:val>
                                        </p:tav>
                                      </p:tavLst>
                                    </p:anim>
                                    <p:anim calcmode="lin" valueType="num">
                                      <p:cBhvr>
                                        <p:cTn id="66" dur="450" decel="100000" fill="hold"/>
                                        <p:tgtEl>
                                          <p:spTgt spid="14"/>
                                        </p:tgtEl>
                                        <p:attrNameLst>
                                          <p:attrName>ppt_h</p:attrName>
                                        </p:attrNameLst>
                                      </p:cBhvr>
                                      <p:tavLst>
                                        <p:tav tm="0">
                                          <p:val>
                                            <p:fltVal val="0"/>
                                          </p:val>
                                        </p:tav>
                                        <p:tav tm="100000">
                                          <p:val>
                                            <p:strVal val="#ppt_h"/>
                                          </p:val>
                                        </p:tav>
                                      </p:tavLst>
                                    </p:anim>
                                    <p:animEffect transition="in" filter="fade">
                                      <p:cBhvr>
                                        <p:cTn id="67" dur="450"/>
                                        <p:tgtEl>
                                          <p:spTgt spid="14"/>
                                        </p:tgtEl>
                                      </p:cBhvr>
                                    </p:animEffect>
                                  </p:childTnLst>
                                </p:cTn>
                              </p:par>
                              <p:par>
                                <p:cTn id="68" presetID="53" presetClass="entr" presetSubtype="16" fill="hold" nodeType="withEffect">
                                  <p:stCondLst>
                                    <p:cond delay="440"/>
                                  </p:stCondLst>
                                  <p:childTnLst>
                                    <p:set>
                                      <p:cBhvr>
                                        <p:cTn id="69" dur="1" fill="hold">
                                          <p:stCondLst>
                                            <p:cond delay="0"/>
                                          </p:stCondLst>
                                        </p:cTn>
                                        <p:tgtEl>
                                          <p:spTgt spid="15"/>
                                        </p:tgtEl>
                                        <p:attrNameLst>
                                          <p:attrName>style.visibility</p:attrName>
                                        </p:attrNameLst>
                                      </p:cBhvr>
                                      <p:to>
                                        <p:strVal val="visible"/>
                                      </p:to>
                                    </p:set>
                                    <p:anim calcmode="lin" valueType="num">
                                      <p:cBhvr>
                                        <p:cTn id="70" dur="450" decel="100000" fill="hold"/>
                                        <p:tgtEl>
                                          <p:spTgt spid="15"/>
                                        </p:tgtEl>
                                        <p:attrNameLst>
                                          <p:attrName>ppt_w</p:attrName>
                                        </p:attrNameLst>
                                      </p:cBhvr>
                                      <p:tavLst>
                                        <p:tav tm="0">
                                          <p:val>
                                            <p:fltVal val="0"/>
                                          </p:val>
                                        </p:tav>
                                        <p:tav tm="100000">
                                          <p:val>
                                            <p:strVal val="#ppt_w"/>
                                          </p:val>
                                        </p:tav>
                                      </p:tavLst>
                                    </p:anim>
                                    <p:anim calcmode="lin" valueType="num">
                                      <p:cBhvr>
                                        <p:cTn id="71" dur="450" decel="100000" fill="hold"/>
                                        <p:tgtEl>
                                          <p:spTgt spid="15"/>
                                        </p:tgtEl>
                                        <p:attrNameLst>
                                          <p:attrName>ppt_h</p:attrName>
                                        </p:attrNameLst>
                                      </p:cBhvr>
                                      <p:tavLst>
                                        <p:tav tm="0">
                                          <p:val>
                                            <p:fltVal val="0"/>
                                          </p:val>
                                        </p:tav>
                                        <p:tav tm="100000">
                                          <p:val>
                                            <p:strVal val="#ppt_h"/>
                                          </p:val>
                                        </p:tav>
                                      </p:tavLst>
                                    </p:anim>
                                    <p:animEffect transition="in" filter="fade">
                                      <p:cBhvr>
                                        <p:cTn id="72" dur="45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 calcmode="lin" valueType="num">
                                      <p:cBhvr>
                                        <p:cTn id="77" dur="450" decel="100000" fill="hold"/>
                                        <p:tgtEl>
                                          <p:spTgt spid="17"/>
                                        </p:tgtEl>
                                        <p:attrNameLst>
                                          <p:attrName>ppt_w</p:attrName>
                                        </p:attrNameLst>
                                      </p:cBhvr>
                                      <p:tavLst>
                                        <p:tav tm="0">
                                          <p:val>
                                            <p:fltVal val="0"/>
                                          </p:val>
                                        </p:tav>
                                        <p:tav tm="100000">
                                          <p:val>
                                            <p:strVal val="#ppt_w"/>
                                          </p:val>
                                        </p:tav>
                                      </p:tavLst>
                                    </p:anim>
                                    <p:anim calcmode="lin" valueType="num">
                                      <p:cBhvr>
                                        <p:cTn id="78" dur="450" decel="100000" fill="hold"/>
                                        <p:tgtEl>
                                          <p:spTgt spid="17"/>
                                        </p:tgtEl>
                                        <p:attrNameLst>
                                          <p:attrName>ppt_h</p:attrName>
                                        </p:attrNameLst>
                                      </p:cBhvr>
                                      <p:tavLst>
                                        <p:tav tm="0">
                                          <p:val>
                                            <p:fltVal val="0"/>
                                          </p:val>
                                        </p:tav>
                                        <p:tav tm="100000">
                                          <p:val>
                                            <p:strVal val="#ppt_h"/>
                                          </p:val>
                                        </p:tav>
                                      </p:tavLst>
                                    </p:anim>
                                    <p:animEffect transition="in" filter="fade">
                                      <p:cBhvr>
                                        <p:cTn id="79" dur="450"/>
                                        <p:tgtEl>
                                          <p:spTgt spid="17"/>
                                        </p:tgtEl>
                                      </p:cBhvr>
                                    </p:animEffect>
                                  </p:childTnLst>
                                </p:cTn>
                              </p:par>
                              <p:par>
                                <p:cTn id="80" presetID="53" presetClass="entr" presetSubtype="16" fill="hold" nodeType="withEffect">
                                  <p:stCondLst>
                                    <p:cond delay="110"/>
                                  </p:stCondLst>
                                  <p:childTnLst>
                                    <p:set>
                                      <p:cBhvr>
                                        <p:cTn id="81" dur="1" fill="hold">
                                          <p:stCondLst>
                                            <p:cond delay="0"/>
                                          </p:stCondLst>
                                        </p:cTn>
                                        <p:tgtEl>
                                          <p:spTgt spid="18"/>
                                        </p:tgtEl>
                                        <p:attrNameLst>
                                          <p:attrName>style.visibility</p:attrName>
                                        </p:attrNameLst>
                                      </p:cBhvr>
                                      <p:to>
                                        <p:strVal val="visible"/>
                                      </p:to>
                                    </p:set>
                                    <p:anim calcmode="lin" valueType="num">
                                      <p:cBhvr>
                                        <p:cTn id="82" dur="450" decel="100000" fill="hold"/>
                                        <p:tgtEl>
                                          <p:spTgt spid="18"/>
                                        </p:tgtEl>
                                        <p:attrNameLst>
                                          <p:attrName>ppt_w</p:attrName>
                                        </p:attrNameLst>
                                      </p:cBhvr>
                                      <p:tavLst>
                                        <p:tav tm="0">
                                          <p:val>
                                            <p:fltVal val="0"/>
                                          </p:val>
                                        </p:tav>
                                        <p:tav tm="100000">
                                          <p:val>
                                            <p:strVal val="#ppt_w"/>
                                          </p:val>
                                        </p:tav>
                                      </p:tavLst>
                                    </p:anim>
                                    <p:anim calcmode="lin" valueType="num">
                                      <p:cBhvr>
                                        <p:cTn id="83" dur="450" decel="100000" fill="hold"/>
                                        <p:tgtEl>
                                          <p:spTgt spid="18"/>
                                        </p:tgtEl>
                                        <p:attrNameLst>
                                          <p:attrName>ppt_h</p:attrName>
                                        </p:attrNameLst>
                                      </p:cBhvr>
                                      <p:tavLst>
                                        <p:tav tm="0">
                                          <p:val>
                                            <p:fltVal val="0"/>
                                          </p:val>
                                        </p:tav>
                                        <p:tav tm="100000">
                                          <p:val>
                                            <p:strVal val="#ppt_h"/>
                                          </p:val>
                                        </p:tav>
                                      </p:tavLst>
                                    </p:anim>
                                    <p:animEffect transition="in" filter="fade">
                                      <p:cBhvr>
                                        <p:cTn id="84" dur="450"/>
                                        <p:tgtEl>
                                          <p:spTgt spid="18"/>
                                        </p:tgtEl>
                                      </p:cBhvr>
                                    </p:animEffect>
                                  </p:childTnLst>
                                </p:cTn>
                              </p:par>
                              <p:par>
                                <p:cTn id="85" presetID="53" presetClass="entr" presetSubtype="16" fill="hold" nodeType="withEffect">
                                  <p:stCondLst>
                                    <p:cond delay="220"/>
                                  </p:stCondLst>
                                  <p:childTnLst>
                                    <p:set>
                                      <p:cBhvr>
                                        <p:cTn id="86" dur="1" fill="hold">
                                          <p:stCondLst>
                                            <p:cond delay="0"/>
                                          </p:stCondLst>
                                        </p:cTn>
                                        <p:tgtEl>
                                          <p:spTgt spid="19"/>
                                        </p:tgtEl>
                                        <p:attrNameLst>
                                          <p:attrName>style.visibility</p:attrName>
                                        </p:attrNameLst>
                                      </p:cBhvr>
                                      <p:to>
                                        <p:strVal val="visible"/>
                                      </p:to>
                                    </p:set>
                                    <p:anim calcmode="lin" valueType="num">
                                      <p:cBhvr>
                                        <p:cTn id="87" dur="450" decel="100000" fill="hold"/>
                                        <p:tgtEl>
                                          <p:spTgt spid="19"/>
                                        </p:tgtEl>
                                        <p:attrNameLst>
                                          <p:attrName>ppt_w</p:attrName>
                                        </p:attrNameLst>
                                      </p:cBhvr>
                                      <p:tavLst>
                                        <p:tav tm="0">
                                          <p:val>
                                            <p:fltVal val="0"/>
                                          </p:val>
                                        </p:tav>
                                        <p:tav tm="100000">
                                          <p:val>
                                            <p:strVal val="#ppt_w"/>
                                          </p:val>
                                        </p:tav>
                                      </p:tavLst>
                                    </p:anim>
                                    <p:anim calcmode="lin" valueType="num">
                                      <p:cBhvr>
                                        <p:cTn id="88" dur="450" decel="100000" fill="hold"/>
                                        <p:tgtEl>
                                          <p:spTgt spid="19"/>
                                        </p:tgtEl>
                                        <p:attrNameLst>
                                          <p:attrName>ppt_h</p:attrName>
                                        </p:attrNameLst>
                                      </p:cBhvr>
                                      <p:tavLst>
                                        <p:tav tm="0">
                                          <p:val>
                                            <p:fltVal val="0"/>
                                          </p:val>
                                        </p:tav>
                                        <p:tav tm="100000">
                                          <p:val>
                                            <p:strVal val="#ppt_h"/>
                                          </p:val>
                                        </p:tav>
                                      </p:tavLst>
                                    </p:anim>
                                    <p:animEffect transition="in" filter="fade">
                                      <p:cBhvr>
                                        <p:cTn id="89" dur="450"/>
                                        <p:tgtEl>
                                          <p:spTgt spid="19"/>
                                        </p:tgtEl>
                                      </p:cBhvr>
                                    </p:animEffect>
                                  </p:childTnLst>
                                </p:cTn>
                              </p:par>
                              <p:par>
                                <p:cTn id="90" presetID="53" presetClass="entr" presetSubtype="16" fill="hold" nodeType="withEffect">
                                  <p:stCondLst>
                                    <p:cond delay="330"/>
                                  </p:stCondLst>
                                  <p:childTnLst>
                                    <p:set>
                                      <p:cBhvr>
                                        <p:cTn id="91" dur="1" fill="hold">
                                          <p:stCondLst>
                                            <p:cond delay="0"/>
                                          </p:stCondLst>
                                        </p:cTn>
                                        <p:tgtEl>
                                          <p:spTgt spid="20"/>
                                        </p:tgtEl>
                                        <p:attrNameLst>
                                          <p:attrName>style.visibility</p:attrName>
                                        </p:attrNameLst>
                                      </p:cBhvr>
                                      <p:to>
                                        <p:strVal val="visible"/>
                                      </p:to>
                                    </p:set>
                                    <p:anim calcmode="lin" valueType="num">
                                      <p:cBhvr>
                                        <p:cTn id="92" dur="450" decel="100000" fill="hold"/>
                                        <p:tgtEl>
                                          <p:spTgt spid="20"/>
                                        </p:tgtEl>
                                        <p:attrNameLst>
                                          <p:attrName>ppt_w</p:attrName>
                                        </p:attrNameLst>
                                      </p:cBhvr>
                                      <p:tavLst>
                                        <p:tav tm="0">
                                          <p:val>
                                            <p:fltVal val="0"/>
                                          </p:val>
                                        </p:tav>
                                        <p:tav tm="100000">
                                          <p:val>
                                            <p:strVal val="#ppt_w"/>
                                          </p:val>
                                        </p:tav>
                                      </p:tavLst>
                                    </p:anim>
                                    <p:anim calcmode="lin" valueType="num">
                                      <p:cBhvr>
                                        <p:cTn id="93" dur="450" decel="100000" fill="hold"/>
                                        <p:tgtEl>
                                          <p:spTgt spid="20"/>
                                        </p:tgtEl>
                                        <p:attrNameLst>
                                          <p:attrName>ppt_h</p:attrName>
                                        </p:attrNameLst>
                                      </p:cBhvr>
                                      <p:tavLst>
                                        <p:tav tm="0">
                                          <p:val>
                                            <p:fltVal val="0"/>
                                          </p:val>
                                        </p:tav>
                                        <p:tav tm="100000">
                                          <p:val>
                                            <p:strVal val="#ppt_h"/>
                                          </p:val>
                                        </p:tav>
                                      </p:tavLst>
                                    </p:anim>
                                    <p:animEffect transition="in" filter="fade">
                                      <p:cBhvr>
                                        <p:cTn id="94" dur="450"/>
                                        <p:tgtEl>
                                          <p:spTgt spid="20"/>
                                        </p:tgtEl>
                                      </p:cBhvr>
                                    </p:animEffect>
                                  </p:childTnLst>
                                </p:cTn>
                              </p:par>
                              <p:par>
                                <p:cTn id="95" presetID="53" presetClass="entr" presetSubtype="16" fill="hold" nodeType="withEffect">
                                  <p:stCondLst>
                                    <p:cond delay="440"/>
                                  </p:stCondLst>
                                  <p:childTnLst>
                                    <p:set>
                                      <p:cBhvr>
                                        <p:cTn id="96" dur="1" fill="hold">
                                          <p:stCondLst>
                                            <p:cond delay="0"/>
                                          </p:stCondLst>
                                        </p:cTn>
                                        <p:tgtEl>
                                          <p:spTgt spid="21"/>
                                        </p:tgtEl>
                                        <p:attrNameLst>
                                          <p:attrName>style.visibility</p:attrName>
                                        </p:attrNameLst>
                                      </p:cBhvr>
                                      <p:to>
                                        <p:strVal val="visible"/>
                                      </p:to>
                                    </p:set>
                                    <p:anim calcmode="lin" valueType="num">
                                      <p:cBhvr>
                                        <p:cTn id="97" dur="450" decel="100000" fill="hold"/>
                                        <p:tgtEl>
                                          <p:spTgt spid="21"/>
                                        </p:tgtEl>
                                        <p:attrNameLst>
                                          <p:attrName>ppt_w</p:attrName>
                                        </p:attrNameLst>
                                      </p:cBhvr>
                                      <p:tavLst>
                                        <p:tav tm="0">
                                          <p:val>
                                            <p:fltVal val="0"/>
                                          </p:val>
                                        </p:tav>
                                        <p:tav tm="100000">
                                          <p:val>
                                            <p:strVal val="#ppt_w"/>
                                          </p:val>
                                        </p:tav>
                                      </p:tavLst>
                                    </p:anim>
                                    <p:anim calcmode="lin" valueType="num">
                                      <p:cBhvr>
                                        <p:cTn id="98" dur="450" decel="100000" fill="hold"/>
                                        <p:tgtEl>
                                          <p:spTgt spid="21"/>
                                        </p:tgtEl>
                                        <p:attrNameLst>
                                          <p:attrName>ppt_h</p:attrName>
                                        </p:attrNameLst>
                                      </p:cBhvr>
                                      <p:tavLst>
                                        <p:tav tm="0">
                                          <p:val>
                                            <p:fltVal val="0"/>
                                          </p:val>
                                        </p:tav>
                                        <p:tav tm="100000">
                                          <p:val>
                                            <p:strVal val="#ppt_h"/>
                                          </p:val>
                                        </p:tav>
                                      </p:tavLst>
                                    </p:anim>
                                    <p:animEffect transition="in" filter="fade">
                                      <p:cBhvr>
                                        <p:cTn id="99" dur="450"/>
                                        <p:tgtEl>
                                          <p:spTgt spid="21"/>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p:cTn id="104" dur="450" decel="100000" fill="hold"/>
                                        <p:tgtEl>
                                          <p:spTgt spid="23"/>
                                        </p:tgtEl>
                                        <p:attrNameLst>
                                          <p:attrName>ppt_w</p:attrName>
                                        </p:attrNameLst>
                                      </p:cBhvr>
                                      <p:tavLst>
                                        <p:tav tm="0">
                                          <p:val>
                                            <p:fltVal val="0"/>
                                          </p:val>
                                        </p:tav>
                                        <p:tav tm="100000">
                                          <p:val>
                                            <p:strVal val="#ppt_w"/>
                                          </p:val>
                                        </p:tav>
                                      </p:tavLst>
                                    </p:anim>
                                    <p:anim calcmode="lin" valueType="num">
                                      <p:cBhvr>
                                        <p:cTn id="105" dur="450" decel="100000" fill="hold"/>
                                        <p:tgtEl>
                                          <p:spTgt spid="23"/>
                                        </p:tgtEl>
                                        <p:attrNameLst>
                                          <p:attrName>ppt_h</p:attrName>
                                        </p:attrNameLst>
                                      </p:cBhvr>
                                      <p:tavLst>
                                        <p:tav tm="0">
                                          <p:val>
                                            <p:fltVal val="0"/>
                                          </p:val>
                                        </p:tav>
                                        <p:tav tm="100000">
                                          <p:val>
                                            <p:strVal val="#ppt_h"/>
                                          </p:val>
                                        </p:tav>
                                      </p:tavLst>
                                    </p:anim>
                                    <p:animEffect transition="in" filter="fade">
                                      <p:cBhvr>
                                        <p:cTn id="106" dur="450"/>
                                        <p:tgtEl>
                                          <p:spTgt spid="23"/>
                                        </p:tgtEl>
                                      </p:cBhvr>
                                    </p:animEffect>
                                  </p:childTnLst>
                                </p:cTn>
                              </p:par>
                              <p:par>
                                <p:cTn id="107" presetID="53" presetClass="entr" presetSubtype="16" fill="hold" nodeType="withEffect">
                                  <p:stCondLst>
                                    <p:cond delay="110"/>
                                  </p:stCondLst>
                                  <p:childTnLst>
                                    <p:set>
                                      <p:cBhvr>
                                        <p:cTn id="108" dur="1" fill="hold">
                                          <p:stCondLst>
                                            <p:cond delay="0"/>
                                          </p:stCondLst>
                                        </p:cTn>
                                        <p:tgtEl>
                                          <p:spTgt spid="24"/>
                                        </p:tgtEl>
                                        <p:attrNameLst>
                                          <p:attrName>style.visibility</p:attrName>
                                        </p:attrNameLst>
                                      </p:cBhvr>
                                      <p:to>
                                        <p:strVal val="visible"/>
                                      </p:to>
                                    </p:set>
                                    <p:anim calcmode="lin" valueType="num">
                                      <p:cBhvr>
                                        <p:cTn id="109" dur="450" decel="100000" fill="hold"/>
                                        <p:tgtEl>
                                          <p:spTgt spid="24"/>
                                        </p:tgtEl>
                                        <p:attrNameLst>
                                          <p:attrName>ppt_w</p:attrName>
                                        </p:attrNameLst>
                                      </p:cBhvr>
                                      <p:tavLst>
                                        <p:tav tm="0">
                                          <p:val>
                                            <p:fltVal val="0"/>
                                          </p:val>
                                        </p:tav>
                                        <p:tav tm="100000">
                                          <p:val>
                                            <p:strVal val="#ppt_w"/>
                                          </p:val>
                                        </p:tav>
                                      </p:tavLst>
                                    </p:anim>
                                    <p:anim calcmode="lin" valueType="num">
                                      <p:cBhvr>
                                        <p:cTn id="110" dur="450" decel="100000" fill="hold"/>
                                        <p:tgtEl>
                                          <p:spTgt spid="24"/>
                                        </p:tgtEl>
                                        <p:attrNameLst>
                                          <p:attrName>ppt_h</p:attrName>
                                        </p:attrNameLst>
                                      </p:cBhvr>
                                      <p:tavLst>
                                        <p:tav tm="0">
                                          <p:val>
                                            <p:fltVal val="0"/>
                                          </p:val>
                                        </p:tav>
                                        <p:tav tm="100000">
                                          <p:val>
                                            <p:strVal val="#ppt_h"/>
                                          </p:val>
                                        </p:tav>
                                      </p:tavLst>
                                    </p:anim>
                                    <p:animEffect transition="in" filter="fade">
                                      <p:cBhvr>
                                        <p:cTn id="111" dur="450"/>
                                        <p:tgtEl>
                                          <p:spTgt spid="24"/>
                                        </p:tgtEl>
                                      </p:cBhvr>
                                    </p:animEffect>
                                  </p:childTnLst>
                                </p:cTn>
                              </p:par>
                              <p:par>
                                <p:cTn id="112" presetID="53" presetClass="entr" presetSubtype="16" fill="hold" nodeType="withEffect">
                                  <p:stCondLst>
                                    <p:cond delay="220"/>
                                  </p:stCondLst>
                                  <p:childTnLst>
                                    <p:set>
                                      <p:cBhvr>
                                        <p:cTn id="113" dur="1" fill="hold">
                                          <p:stCondLst>
                                            <p:cond delay="0"/>
                                          </p:stCondLst>
                                        </p:cTn>
                                        <p:tgtEl>
                                          <p:spTgt spid="25"/>
                                        </p:tgtEl>
                                        <p:attrNameLst>
                                          <p:attrName>style.visibility</p:attrName>
                                        </p:attrNameLst>
                                      </p:cBhvr>
                                      <p:to>
                                        <p:strVal val="visible"/>
                                      </p:to>
                                    </p:set>
                                    <p:anim calcmode="lin" valueType="num">
                                      <p:cBhvr>
                                        <p:cTn id="114" dur="450" decel="100000" fill="hold"/>
                                        <p:tgtEl>
                                          <p:spTgt spid="25"/>
                                        </p:tgtEl>
                                        <p:attrNameLst>
                                          <p:attrName>ppt_w</p:attrName>
                                        </p:attrNameLst>
                                      </p:cBhvr>
                                      <p:tavLst>
                                        <p:tav tm="0">
                                          <p:val>
                                            <p:fltVal val="0"/>
                                          </p:val>
                                        </p:tav>
                                        <p:tav tm="100000">
                                          <p:val>
                                            <p:strVal val="#ppt_w"/>
                                          </p:val>
                                        </p:tav>
                                      </p:tavLst>
                                    </p:anim>
                                    <p:anim calcmode="lin" valueType="num">
                                      <p:cBhvr>
                                        <p:cTn id="115" dur="450" decel="100000" fill="hold"/>
                                        <p:tgtEl>
                                          <p:spTgt spid="25"/>
                                        </p:tgtEl>
                                        <p:attrNameLst>
                                          <p:attrName>ppt_h</p:attrName>
                                        </p:attrNameLst>
                                      </p:cBhvr>
                                      <p:tavLst>
                                        <p:tav tm="0">
                                          <p:val>
                                            <p:fltVal val="0"/>
                                          </p:val>
                                        </p:tav>
                                        <p:tav tm="100000">
                                          <p:val>
                                            <p:strVal val="#ppt_h"/>
                                          </p:val>
                                        </p:tav>
                                      </p:tavLst>
                                    </p:anim>
                                    <p:animEffect transition="in" filter="fade">
                                      <p:cBhvr>
                                        <p:cTn id="116" dur="450"/>
                                        <p:tgtEl>
                                          <p:spTgt spid="25"/>
                                        </p:tgtEl>
                                      </p:cBhvr>
                                    </p:animEffect>
                                  </p:childTnLst>
                                </p:cTn>
                              </p:par>
                              <p:par>
                                <p:cTn id="117" presetID="53" presetClass="entr" presetSubtype="16" fill="hold" nodeType="withEffect">
                                  <p:stCondLst>
                                    <p:cond delay="330"/>
                                  </p:stCondLst>
                                  <p:childTnLst>
                                    <p:set>
                                      <p:cBhvr>
                                        <p:cTn id="118" dur="1" fill="hold">
                                          <p:stCondLst>
                                            <p:cond delay="0"/>
                                          </p:stCondLst>
                                        </p:cTn>
                                        <p:tgtEl>
                                          <p:spTgt spid="26"/>
                                        </p:tgtEl>
                                        <p:attrNameLst>
                                          <p:attrName>style.visibility</p:attrName>
                                        </p:attrNameLst>
                                      </p:cBhvr>
                                      <p:to>
                                        <p:strVal val="visible"/>
                                      </p:to>
                                    </p:set>
                                    <p:anim calcmode="lin" valueType="num">
                                      <p:cBhvr>
                                        <p:cTn id="119" dur="450" decel="100000" fill="hold"/>
                                        <p:tgtEl>
                                          <p:spTgt spid="26"/>
                                        </p:tgtEl>
                                        <p:attrNameLst>
                                          <p:attrName>ppt_w</p:attrName>
                                        </p:attrNameLst>
                                      </p:cBhvr>
                                      <p:tavLst>
                                        <p:tav tm="0">
                                          <p:val>
                                            <p:fltVal val="0"/>
                                          </p:val>
                                        </p:tav>
                                        <p:tav tm="100000">
                                          <p:val>
                                            <p:strVal val="#ppt_w"/>
                                          </p:val>
                                        </p:tav>
                                      </p:tavLst>
                                    </p:anim>
                                    <p:anim calcmode="lin" valueType="num">
                                      <p:cBhvr>
                                        <p:cTn id="120" dur="450" decel="100000" fill="hold"/>
                                        <p:tgtEl>
                                          <p:spTgt spid="26"/>
                                        </p:tgtEl>
                                        <p:attrNameLst>
                                          <p:attrName>ppt_h</p:attrName>
                                        </p:attrNameLst>
                                      </p:cBhvr>
                                      <p:tavLst>
                                        <p:tav tm="0">
                                          <p:val>
                                            <p:fltVal val="0"/>
                                          </p:val>
                                        </p:tav>
                                        <p:tav tm="100000">
                                          <p:val>
                                            <p:strVal val="#ppt_h"/>
                                          </p:val>
                                        </p:tav>
                                      </p:tavLst>
                                    </p:anim>
                                    <p:animEffect transition="in" filter="fade">
                                      <p:cBhvr>
                                        <p:cTn id="121" dur="450"/>
                                        <p:tgtEl>
                                          <p:spTgt spid="26"/>
                                        </p:tgtEl>
                                      </p:cBhvr>
                                    </p:animEffect>
                                  </p:childTnLst>
                                </p:cTn>
                              </p:par>
                              <p:par>
                                <p:cTn id="122" presetID="53" presetClass="entr" presetSubtype="16" fill="hold" nodeType="withEffect">
                                  <p:stCondLst>
                                    <p:cond delay="440"/>
                                  </p:stCondLst>
                                  <p:childTnLst>
                                    <p:set>
                                      <p:cBhvr>
                                        <p:cTn id="123" dur="1" fill="hold">
                                          <p:stCondLst>
                                            <p:cond delay="0"/>
                                          </p:stCondLst>
                                        </p:cTn>
                                        <p:tgtEl>
                                          <p:spTgt spid="27"/>
                                        </p:tgtEl>
                                        <p:attrNameLst>
                                          <p:attrName>style.visibility</p:attrName>
                                        </p:attrNameLst>
                                      </p:cBhvr>
                                      <p:to>
                                        <p:strVal val="visible"/>
                                      </p:to>
                                    </p:set>
                                    <p:anim calcmode="lin" valueType="num">
                                      <p:cBhvr>
                                        <p:cTn id="124" dur="450" decel="100000" fill="hold"/>
                                        <p:tgtEl>
                                          <p:spTgt spid="27"/>
                                        </p:tgtEl>
                                        <p:attrNameLst>
                                          <p:attrName>ppt_w</p:attrName>
                                        </p:attrNameLst>
                                      </p:cBhvr>
                                      <p:tavLst>
                                        <p:tav tm="0">
                                          <p:val>
                                            <p:fltVal val="0"/>
                                          </p:val>
                                        </p:tav>
                                        <p:tav tm="100000">
                                          <p:val>
                                            <p:strVal val="#ppt_w"/>
                                          </p:val>
                                        </p:tav>
                                      </p:tavLst>
                                    </p:anim>
                                    <p:anim calcmode="lin" valueType="num">
                                      <p:cBhvr>
                                        <p:cTn id="125" dur="450" decel="100000" fill="hold"/>
                                        <p:tgtEl>
                                          <p:spTgt spid="27"/>
                                        </p:tgtEl>
                                        <p:attrNameLst>
                                          <p:attrName>ppt_h</p:attrName>
                                        </p:attrNameLst>
                                      </p:cBhvr>
                                      <p:tavLst>
                                        <p:tav tm="0">
                                          <p:val>
                                            <p:fltVal val="0"/>
                                          </p:val>
                                        </p:tav>
                                        <p:tav tm="100000">
                                          <p:val>
                                            <p:strVal val="#ppt_h"/>
                                          </p:val>
                                        </p:tav>
                                      </p:tavLst>
                                    </p:anim>
                                    <p:animEffect transition="in" filter="fade">
                                      <p:cBhvr>
                                        <p:cTn id="126" dur="450"/>
                                        <p:tgtEl>
                                          <p:spTgt spid="27"/>
                                        </p:tgtEl>
                                      </p:cBhvr>
                                    </p:animEffect>
                                  </p:childTnLst>
                                </p:cTn>
                              </p:par>
                              <p:par>
                                <p:cTn id="127" presetID="53" presetClass="entr" presetSubtype="16" fill="hold" nodeType="withEffect">
                                  <p:stCondLst>
                                    <p:cond delay="550"/>
                                  </p:stCondLst>
                                  <p:childTnLst>
                                    <p:set>
                                      <p:cBhvr>
                                        <p:cTn id="128" dur="1" fill="hold">
                                          <p:stCondLst>
                                            <p:cond delay="0"/>
                                          </p:stCondLst>
                                        </p:cTn>
                                        <p:tgtEl>
                                          <p:spTgt spid="28"/>
                                        </p:tgtEl>
                                        <p:attrNameLst>
                                          <p:attrName>style.visibility</p:attrName>
                                        </p:attrNameLst>
                                      </p:cBhvr>
                                      <p:to>
                                        <p:strVal val="visible"/>
                                      </p:to>
                                    </p:set>
                                    <p:anim calcmode="lin" valueType="num">
                                      <p:cBhvr>
                                        <p:cTn id="129" dur="450" decel="100000" fill="hold"/>
                                        <p:tgtEl>
                                          <p:spTgt spid="28"/>
                                        </p:tgtEl>
                                        <p:attrNameLst>
                                          <p:attrName>ppt_w</p:attrName>
                                        </p:attrNameLst>
                                      </p:cBhvr>
                                      <p:tavLst>
                                        <p:tav tm="0">
                                          <p:val>
                                            <p:fltVal val="0"/>
                                          </p:val>
                                        </p:tav>
                                        <p:tav tm="100000">
                                          <p:val>
                                            <p:strVal val="#ppt_w"/>
                                          </p:val>
                                        </p:tav>
                                      </p:tavLst>
                                    </p:anim>
                                    <p:anim calcmode="lin" valueType="num">
                                      <p:cBhvr>
                                        <p:cTn id="130" dur="450" decel="100000" fill="hold"/>
                                        <p:tgtEl>
                                          <p:spTgt spid="28"/>
                                        </p:tgtEl>
                                        <p:attrNameLst>
                                          <p:attrName>ppt_h</p:attrName>
                                        </p:attrNameLst>
                                      </p:cBhvr>
                                      <p:tavLst>
                                        <p:tav tm="0">
                                          <p:val>
                                            <p:fltVal val="0"/>
                                          </p:val>
                                        </p:tav>
                                        <p:tav tm="100000">
                                          <p:val>
                                            <p:strVal val="#ppt_h"/>
                                          </p:val>
                                        </p:tav>
                                      </p:tavLst>
                                    </p:anim>
                                    <p:animEffect transition="in" filter="fade">
                                      <p:cBhvr>
                                        <p:cTn id="131" dur="450"/>
                                        <p:tgtEl>
                                          <p:spTgt spid="28"/>
                                        </p:tgtEl>
                                      </p:cBhvr>
                                    </p:animEffect>
                                  </p:childTnLst>
                                </p:cTn>
                              </p:par>
                              <p:par>
                                <p:cTn id="132" presetID="53" presetClass="entr" presetSubtype="16" fill="hold" nodeType="withEffect">
                                  <p:stCondLst>
                                    <p:cond delay="660"/>
                                  </p:stCondLst>
                                  <p:childTnLst>
                                    <p:set>
                                      <p:cBhvr>
                                        <p:cTn id="133" dur="1" fill="hold">
                                          <p:stCondLst>
                                            <p:cond delay="0"/>
                                          </p:stCondLst>
                                        </p:cTn>
                                        <p:tgtEl>
                                          <p:spTgt spid="29"/>
                                        </p:tgtEl>
                                        <p:attrNameLst>
                                          <p:attrName>style.visibility</p:attrName>
                                        </p:attrNameLst>
                                      </p:cBhvr>
                                      <p:to>
                                        <p:strVal val="visible"/>
                                      </p:to>
                                    </p:set>
                                    <p:anim calcmode="lin" valueType="num">
                                      <p:cBhvr>
                                        <p:cTn id="134" dur="450" decel="100000" fill="hold"/>
                                        <p:tgtEl>
                                          <p:spTgt spid="29"/>
                                        </p:tgtEl>
                                        <p:attrNameLst>
                                          <p:attrName>ppt_w</p:attrName>
                                        </p:attrNameLst>
                                      </p:cBhvr>
                                      <p:tavLst>
                                        <p:tav tm="0">
                                          <p:val>
                                            <p:fltVal val="0"/>
                                          </p:val>
                                        </p:tav>
                                        <p:tav tm="100000">
                                          <p:val>
                                            <p:strVal val="#ppt_w"/>
                                          </p:val>
                                        </p:tav>
                                      </p:tavLst>
                                    </p:anim>
                                    <p:anim calcmode="lin" valueType="num">
                                      <p:cBhvr>
                                        <p:cTn id="135" dur="450" decel="100000" fill="hold"/>
                                        <p:tgtEl>
                                          <p:spTgt spid="29"/>
                                        </p:tgtEl>
                                        <p:attrNameLst>
                                          <p:attrName>ppt_h</p:attrName>
                                        </p:attrNameLst>
                                      </p:cBhvr>
                                      <p:tavLst>
                                        <p:tav tm="0">
                                          <p:val>
                                            <p:fltVal val="0"/>
                                          </p:val>
                                        </p:tav>
                                        <p:tav tm="100000">
                                          <p:val>
                                            <p:strVal val="#ppt_h"/>
                                          </p:val>
                                        </p:tav>
                                      </p:tavLst>
                                    </p:anim>
                                    <p:animEffect transition="in" filter="fade">
                                      <p:cBhvr>
                                        <p:cTn id="136" dur="450"/>
                                        <p:tgtEl>
                                          <p:spTgt spid="29"/>
                                        </p:tgtEl>
                                      </p:cBhvr>
                                    </p:animEffect>
                                  </p:childTnLst>
                                </p:cTn>
                              </p:par>
                              <p:par>
                                <p:cTn id="137" presetID="53" presetClass="entr" presetSubtype="16" fill="hold" nodeType="withEffect">
                                  <p:stCondLst>
                                    <p:cond delay="770"/>
                                  </p:stCondLst>
                                  <p:childTnLst>
                                    <p:set>
                                      <p:cBhvr>
                                        <p:cTn id="138" dur="1" fill="hold">
                                          <p:stCondLst>
                                            <p:cond delay="0"/>
                                          </p:stCondLst>
                                        </p:cTn>
                                        <p:tgtEl>
                                          <p:spTgt spid="30"/>
                                        </p:tgtEl>
                                        <p:attrNameLst>
                                          <p:attrName>style.visibility</p:attrName>
                                        </p:attrNameLst>
                                      </p:cBhvr>
                                      <p:to>
                                        <p:strVal val="visible"/>
                                      </p:to>
                                    </p:set>
                                    <p:anim calcmode="lin" valueType="num">
                                      <p:cBhvr>
                                        <p:cTn id="139" dur="450" decel="100000" fill="hold"/>
                                        <p:tgtEl>
                                          <p:spTgt spid="30"/>
                                        </p:tgtEl>
                                        <p:attrNameLst>
                                          <p:attrName>ppt_w</p:attrName>
                                        </p:attrNameLst>
                                      </p:cBhvr>
                                      <p:tavLst>
                                        <p:tav tm="0">
                                          <p:val>
                                            <p:fltVal val="0"/>
                                          </p:val>
                                        </p:tav>
                                        <p:tav tm="100000">
                                          <p:val>
                                            <p:strVal val="#ppt_w"/>
                                          </p:val>
                                        </p:tav>
                                      </p:tavLst>
                                    </p:anim>
                                    <p:anim calcmode="lin" valueType="num">
                                      <p:cBhvr>
                                        <p:cTn id="140" dur="450" decel="100000" fill="hold"/>
                                        <p:tgtEl>
                                          <p:spTgt spid="30"/>
                                        </p:tgtEl>
                                        <p:attrNameLst>
                                          <p:attrName>ppt_h</p:attrName>
                                        </p:attrNameLst>
                                      </p:cBhvr>
                                      <p:tavLst>
                                        <p:tav tm="0">
                                          <p:val>
                                            <p:fltVal val="0"/>
                                          </p:val>
                                        </p:tav>
                                        <p:tav tm="100000">
                                          <p:val>
                                            <p:strVal val="#ppt_h"/>
                                          </p:val>
                                        </p:tav>
                                      </p:tavLst>
                                    </p:anim>
                                    <p:animEffect transition="in" filter="fade">
                                      <p:cBhvr>
                                        <p:cTn id="141" dur="450"/>
                                        <p:tgtEl>
                                          <p:spTgt spid="30"/>
                                        </p:tgtEl>
                                      </p:cBhvr>
                                    </p:animEffect>
                                  </p:childTnLst>
                                </p:cTn>
                              </p:par>
                              <p:par>
                                <p:cTn id="142" presetID="53" presetClass="entr" presetSubtype="16" fill="hold" nodeType="withEffect">
                                  <p:stCondLst>
                                    <p:cond delay="880"/>
                                  </p:stCondLst>
                                  <p:childTnLst>
                                    <p:set>
                                      <p:cBhvr>
                                        <p:cTn id="143" dur="1" fill="hold">
                                          <p:stCondLst>
                                            <p:cond delay="0"/>
                                          </p:stCondLst>
                                        </p:cTn>
                                        <p:tgtEl>
                                          <p:spTgt spid="31"/>
                                        </p:tgtEl>
                                        <p:attrNameLst>
                                          <p:attrName>style.visibility</p:attrName>
                                        </p:attrNameLst>
                                      </p:cBhvr>
                                      <p:to>
                                        <p:strVal val="visible"/>
                                      </p:to>
                                    </p:set>
                                    <p:anim calcmode="lin" valueType="num">
                                      <p:cBhvr>
                                        <p:cTn id="144" dur="450" decel="100000" fill="hold"/>
                                        <p:tgtEl>
                                          <p:spTgt spid="31"/>
                                        </p:tgtEl>
                                        <p:attrNameLst>
                                          <p:attrName>ppt_w</p:attrName>
                                        </p:attrNameLst>
                                      </p:cBhvr>
                                      <p:tavLst>
                                        <p:tav tm="0">
                                          <p:val>
                                            <p:fltVal val="0"/>
                                          </p:val>
                                        </p:tav>
                                        <p:tav tm="100000">
                                          <p:val>
                                            <p:strVal val="#ppt_w"/>
                                          </p:val>
                                        </p:tav>
                                      </p:tavLst>
                                    </p:anim>
                                    <p:anim calcmode="lin" valueType="num">
                                      <p:cBhvr>
                                        <p:cTn id="145" dur="450" decel="100000" fill="hold"/>
                                        <p:tgtEl>
                                          <p:spTgt spid="31"/>
                                        </p:tgtEl>
                                        <p:attrNameLst>
                                          <p:attrName>ppt_h</p:attrName>
                                        </p:attrNameLst>
                                      </p:cBhvr>
                                      <p:tavLst>
                                        <p:tav tm="0">
                                          <p:val>
                                            <p:fltVal val="0"/>
                                          </p:val>
                                        </p:tav>
                                        <p:tav tm="100000">
                                          <p:val>
                                            <p:strVal val="#ppt_h"/>
                                          </p:val>
                                        </p:tav>
                                      </p:tavLst>
                                    </p:anim>
                                    <p:animEffect transition="in" filter="fade">
                                      <p:cBhvr>
                                        <p:cTn id="146" dur="450"/>
                                        <p:tgtEl>
                                          <p:spTgt spid="31"/>
                                        </p:tgtEl>
                                      </p:cBhvr>
                                    </p:animEffect>
                                  </p:childTnLst>
                                </p:cTn>
                              </p:par>
                              <p:par>
                                <p:cTn id="147" presetID="53" presetClass="entr" presetSubtype="16" fill="hold" nodeType="withEffect">
                                  <p:stCondLst>
                                    <p:cond delay="990"/>
                                  </p:stCondLst>
                                  <p:childTnLst>
                                    <p:set>
                                      <p:cBhvr>
                                        <p:cTn id="148" dur="1" fill="hold">
                                          <p:stCondLst>
                                            <p:cond delay="0"/>
                                          </p:stCondLst>
                                        </p:cTn>
                                        <p:tgtEl>
                                          <p:spTgt spid="32"/>
                                        </p:tgtEl>
                                        <p:attrNameLst>
                                          <p:attrName>style.visibility</p:attrName>
                                        </p:attrNameLst>
                                      </p:cBhvr>
                                      <p:to>
                                        <p:strVal val="visible"/>
                                      </p:to>
                                    </p:set>
                                    <p:anim calcmode="lin" valueType="num">
                                      <p:cBhvr>
                                        <p:cTn id="149" dur="450" decel="100000" fill="hold"/>
                                        <p:tgtEl>
                                          <p:spTgt spid="32"/>
                                        </p:tgtEl>
                                        <p:attrNameLst>
                                          <p:attrName>ppt_w</p:attrName>
                                        </p:attrNameLst>
                                      </p:cBhvr>
                                      <p:tavLst>
                                        <p:tav tm="0">
                                          <p:val>
                                            <p:fltVal val="0"/>
                                          </p:val>
                                        </p:tav>
                                        <p:tav tm="100000">
                                          <p:val>
                                            <p:strVal val="#ppt_w"/>
                                          </p:val>
                                        </p:tav>
                                      </p:tavLst>
                                    </p:anim>
                                    <p:anim calcmode="lin" valueType="num">
                                      <p:cBhvr>
                                        <p:cTn id="150" dur="450" decel="100000" fill="hold"/>
                                        <p:tgtEl>
                                          <p:spTgt spid="32"/>
                                        </p:tgtEl>
                                        <p:attrNameLst>
                                          <p:attrName>ppt_h</p:attrName>
                                        </p:attrNameLst>
                                      </p:cBhvr>
                                      <p:tavLst>
                                        <p:tav tm="0">
                                          <p:val>
                                            <p:fltVal val="0"/>
                                          </p:val>
                                        </p:tav>
                                        <p:tav tm="100000">
                                          <p:val>
                                            <p:strVal val="#ppt_h"/>
                                          </p:val>
                                        </p:tav>
                                      </p:tavLst>
                                    </p:anim>
                                    <p:animEffect transition="in" filter="fade">
                                      <p:cBhvr>
                                        <p:cTn id="151" dur="450"/>
                                        <p:tgtEl>
                                          <p:spTgt spid="32"/>
                                        </p:tgtEl>
                                      </p:cBhvr>
                                    </p:animEffect>
                                  </p:childTnLst>
                                </p:cTn>
                              </p:par>
                              <p:par>
                                <p:cTn id="152" presetID="53" presetClass="entr" presetSubtype="16" fill="hold" nodeType="withEffect">
                                  <p:stCondLst>
                                    <p:cond delay="1100"/>
                                  </p:stCondLst>
                                  <p:childTnLst>
                                    <p:set>
                                      <p:cBhvr>
                                        <p:cTn id="153" dur="1" fill="hold">
                                          <p:stCondLst>
                                            <p:cond delay="0"/>
                                          </p:stCondLst>
                                        </p:cTn>
                                        <p:tgtEl>
                                          <p:spTgt spid="33"/>
                                        </p:tgtEl>
                                        <p:attrNameLst>
                                          <p:attrName>style.visibility</p:attrName>
                                        </p:attrNameLst>
                                      </p:cBhvr>
                                      <p:to>
                                        <p:strVal val="visible"/>
                                      </p:to>
                                    </p:set>
                                    <p:anim calcmode="lin" valueType="num">
                                      <p:cBhvr>
                                        <p:cTn id="154" dur="450" decel="100000" fill="hold"/>
                                        <p:tgtEl>
                                          <p:spTgt spid="33"/>
                                        </p:tgtEl>
                                        <p:attrNameLst>
                                          <p:attrName>ppt_w</p:attrName>
                                        </p:attrNameLst>
                                      </p:cBhvr>
                                      <p:tavLst>
                                        <p:tav tm="0">
                                          <p:val>
                                            <p:fltVal val="0"/>
                                          </p:val>
                                        </p:tav>
                                        <p:tav tm="100000">
                                          <p:val>
                                            <p:strVal val="#ppt_w"/>
                                          </p:val>
                                        </p:tav>
                                      </p:tavLst>
                                    </p:anim>
                                    <p:anim calcmode="lin" valueType="num">
                                      <p:cBhvr>
                                        <p:cTn id="155" dur="450" decel="100000" fill="hold"/>
                                        <p:tgtEl>
                                          <p:spTgt spid="33"/>
                                        </p:tgtEl>
                                        <p:attrNameLst>
                                          <p:attrName>ppt_h</p:attrName>
                                        </p:attrNameLst>
                                      </p:cBhvr>
                                      <p:tavLst>
                                        <p:tav tm="0">
                                          <p:val>
                                            <p:fltVal val="0"/>
                                          </p:val>
                                        </p:tav>
                                        <p:tav tm="100000">
                                          <p:val>
                                            <p:strVal val="#ppt_h"/>
                                          </p:val>
                                        </p:tav>
                                      </p:tavLst>
                                    </p:anim>
                                    <p:animEffect transition="in" filter="fade">
                                      <p:cBhvr>
                                        <p:cTn id="156"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5" grpId="0" animBg="1"/>
      <p:bldP spid="27" grpId="0" animBg="1"/>
      <p:bldP spid="29" grpId="0" animBg="1"/>
      <p:bldP spid="31" grpId="0" animBg="1"/>
      <p:bldP spid="33" grpId="0" animBg="1"/>
    </p:bldLst>
  </p:timing>
</p:sld>
</file>

<file path=ppt/theme/theme1.xml><?xml version="1.0" encoding="utf-8"?>
<a:theme xmlns:a="http://schemas.openxmlformats.org/drawingml/2006/main" name="BHP Medan Maroon">
  <a:themeElements>
    <a:clrScheme name="BHP Medan Maroon">
      <a:dk1>
        <a:srgbClr val="2B2B2B"/>
      </a:dk1>
      <a:lt1>
        <a:srgbClr val="FFFFFF"/>
      </a:lt1>
      <a:dk2>
        <a:srgbClr val="5A1420"/>
      </a:dk2>
      <a:lt2>
        <a:srgbClr val="F4F4F6"/>
      </a:lt2>
      <a:accent1>
        <a:srgbClr val="7A1F2B"/>
      </a:accent1>
      <a:accent2>
        <a:srgbClr val="C9A24A"/>
      </a:accent2>
      <a:accent3>
        <a:srgbClr val="4E1219"/>
      </a:accent3>
      <a:accent4>
        <a:srgbClr val="8C8C8C"/>
      </a:accent4>
      <a:accent5>
        <a:srgbClr val="E9D9B0"/>
      </a:accent5>
      <a:accent6>
        <a:srgbClr val="3F5E7A"/>
      </a:accent6>
      <a:hlink>
        <a:srgbClr val="7A1F2B"/>
      </a:hlink>
      <a:folHlink>
        <a:srgbClr val="4E1219"/>
      </a:folHlink>
    </a:clrScheme>
    <a:fontScheme name="BHP Medan Maro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40B50DD-F3B5-485A-BBCB-CFC0F80412AC}">
  <we:reference id="wa200010001" version="1.0.0.1" store="id-ID" storeType="OMEX"/>
  <we:alternateReferences>
    <we:reference id="wa200010001" version="1.0.0.1" store="wa200010001" storeType="OMEX"/>
  </we:alternateReferences>
  <we:properties>
    <we:property name="claude.fileId" value="&quot;61506ca7-31d6-4b22-ab96-ae61c375e42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TotalTime>
  <Words>876</Words>
  <Application>Microsoft Office PowerPoint</Application>
  <PresentationFormat>Layar Lebar</PresentationFormat>
  <Paragraphs>94</Paragraphs>
  <Slides>2</Slides>
  <Notes>2</Notes>
  <HiddenSlides>0</HiddenSlides>
  <MMClips>0</MMClips>
  <ScaleCrop>false</ScaleCrop>
  <HeadingPairs>
    <vt:vector size="6" baseType="variant">
      <vt:variant>
        <vt:lpstr>Font Dipakai</vt:lpstr>
      </vt:variant>
      <vt:variant>
        <vt:i4>3</vt:i4>
      </vt:variant>
      <vt:variant>
        <vt:lpstr>Tema</vt:lpstr>
      </vt:variant>
      <vt:variant>
        <vt:i4>1</vt:i4>
      </vt:variant>
      <vt:variant>
        <vt:lpstr>Judul Slide</vt:lpstr>
      </vt:variant>
      <vt:variant>
        <vt:i4>2</vt:i4>
      </vt:variant>
    </vt:vector>
  </HeadingPairs>
  <TitlesOfParts>
    <vt:vector size="6" baseType="lpstr">
      <vt:lpstr>Arial</vt:lpstr>
      <vt:lpstr>Calibri</vt:lpstr>
      <vt:lpstr>Cambria</vt:lpstr>
      <vt:lpstr>BHP Medan Maroon</vt:lpstr>
      <vt:lpstr>Jawaban BHP Medan atas Tiga Pertanyaan Klaster 1</vt:lpstr>
      <vt:lpstr>Materi yang Perlu Dimuat dalam RUU Profesi Kurator</vt:lpstr>
    </vt:vector>
  </TitlesOfParts>
  <Company>Balai Harta Peninggalan Medan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BHP Medan - Tumpang Tindih Kewenangan - Paparan</dc:title>
  <dc:subject>PptxGenJS Presentation</dc:subject>
  <dc:creator>BHP Medan</dc:creator>
  <cp:lastModifiedBy>Shela Natasha</cp:lastModifiedBy>
  <cp:revision>1</cp:revision>
  <dcterms:created xsi:type="dcterms:W3CDTF">2026-10-02T23:24:55Z</dcterms:created>
  <dcterms:modified xsi:type="dcterms:W3CDTF">2026-10-02T23:57:48Z</dcterms:modified>
</cp:coreProperties>
</file>