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65" r:id="rId2"/>
    <p:sldId id="26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65"/>
            <p14:sldId id="26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BHP%20Medan%20-%20Tumpang%20Tindih%20Kewenangan%20-%20Data%20Interaktif.html"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hyperlink" Target="BHP%20Medan%20-%20Tumpang%20Tindih%20Kewenangan%20-%20Data%20Interaktif.html"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781300"/>
            <a:ext cx="3276600" cy="1574800"/>
          </a:xfrm>
          <a:prstGeom prst="rect">
            <a:avLst/>
          </a:prstGeom>
          <a:noFill/>
          <a:ln/>
        </p:spPr>
        <p:txBody>
          <a:bodyPr wrap="square" lIns="0" tIns="0" rIns="0" bIns="0" rtlCol="0" anchor="t"/>
          <a:lstStyle/>
          <a:p>
            <a:pPr marL="0" indent="0">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Pengawas. Imbalan jasa masuk kas negara (PNBP).</a:t>
            </a:r>
            <a:endParaRPr lang="en-US" sz="1100" dirty="0"/>
          </a:p>
          <a:p>
            <a:pPr marL="0" indent="0">
              <a:spcAft>
                <a:spcPts val="250"/>
              </a:spcAft>
              <a:buNone/>
            </a:pPr>
            <a:r>
              <a:rPr lang="en-US" sz="1100" dirty="0">
                <a:solidFill>
                  <a:srgbClr val="2B2B2B"/>
                </a:solidFill>
              </a:rPr>
              <a:t>Yang </a:t>
            </a:r>
            <a:r>
              <a:rPr lang="en-US" sz="1100" dirty="0" err="1">
                <a:solidFill>
                  <a:srgbClr val="2B2B2B"/>
                </a:solidFill>
              </a:rPr>
              <a:t>menjadi</a:t>
            </a:r>
            <a:r>
              <a:rPr lang="en-US" sz="1100" dirty="0">
                <a:solidFill>
                  <a:srgbClr val="2B2B2B"/>
                </a:solidFill>
              </a:rPr>
              <a:t> </a:t>
            </a:r>
            <a:r>
              <a:rPr lang="en-US" sz="1100" dirty="0" err="1">
                <a:solidFill>
                  <a:srgbClr val="2B2B2B"/>
                </a:solidFill>
              </a:rPr>
              <a:t>kendala</a:t>
            </a:r>
            <a:r>
              <a:rPr lang="en-US" sz="1100" dirty="0">
                <a:solidFill>
                  <a:srgbClr val="2B2B2B"/>
                </a:solidFill>
              </a:rPr>
              <a:t> </a:t>
            </a:r>
            <a:r>
              <a:rPr lang="en-US" sz="1100" dirty="0" err="1">
                <a:solidFill>
                  <a:srgbClr val="2B2B2B"/>
                </a:solidFill>
              </a:rPr>
              <a:t>adalah</a:t>
            </a:r>
            <a:r>
              <a:rPr lang="en-US" sz="1100" dirty="0">
                <a:solidFill>
                  <a:srgbClr val="2B2B2B"/>
                </a:solidFill>
              </a:rPr>
              <a:t> </a:t>
            </a:r>
            <a:r>
              <a:rPr lang="en-US" sz="1100" dirty="0" err="1">
                <a:solidFill>
                  <a:srgbClr val="2B2B2B"/>
                </a:solidFill>
              </a:rPr>
              <a:t>ketika</a:t>
            </a:r>
            <a:r>
              <a:rPr lang="en-US" sz="1100" dirty="0">
                <a:solidFill>
                  <a:srgbClr val="2B2B2B"/>
                </a:solidFill>
              </a:rPr>
              <a:t> </a:t>
            </a:r>
            <a:r>
              <a:rPr lang="en-US" sz="1100" dirty="0" err="1">
                <a:solidFill>
                  <a:srgbClr val="2B2B2B"/>
                </a:solidFill>
              </a:rPr>
              <a:t>kurator</a:t>
            </a:r>
            <a:r>
              <a:rPr lang="en-US" sz="1100" dirty="0">
                <a:solidFill>
                  <a:srgbClr val="2B2B2B"/>
                </a:solidFill>
              </a:rPr>
              <a:t> BHP </a:t>
            </a:r>
            <a:r>
              <a:rPr lang="en-US" sz="1100" dirty="0" err="1">
                <a:solidFill>
                  <a:srgbClr val="2B2B2B"/>
                </a:solidFill>
              </a:rPr>
              <a:t>bekerja</a:t>
            </a:r>
            <a:r>
              <a:rPr lang="en-US" sz="1100" dirty="0">
                <a:solidFill>
                  <a:srgbClr val="2B2B2B"/>
                </a:solidFill>
              </a:rPr>
              <a:t> </a:t>
            </a:r>
            <a:r>
              <a:rPr lang="en-US" sz="1100" dirty="0" err="1">
                <a:solidFill>
                  <a:srgbClr val="2B2B2B"/>
                </a:solidFill>
              </a:rPr>
              <a:t>sama</a:t>
            </a:r>
            <a:r>
              <a:rPr lang="en-US" sz="1100" dirty="0">
                <a:solidFill>
                  <a:srgbClr val="2B2B2B"/>
                </a:solidFill>
              </a:rPr>
              <a:t> </a:t>
            </a:r>
            <a:r>
              <a:rPr lang="en-US" sz="1100" dirty="0" err="1">
                <a:solidFill>
                  <a:srgbClr val="2B2B2B"/>
                </a:solidFill>
              </a:rPr>
              <a:t>dengan</a:t>
            </a:r>
            <a:r>
              <a:rPr lang="en-US" sz="1100" dirty="0">
                <a:solidFill>
                  <a:srgbClr val="2B2B2B"/>
                </a:solidFill>
              </a:rPr>
              <a:t>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a:t>
            </a:r>
          </a:p>
          <a:p>
            <a:pPr marL="0" indent="0">
              <a:spcAft>
                <a:spcPts val="250"/>
              </a:spcAft>
              <a:buNone/>
            </a:pPr>
            <a:r>
              <a:rPr lang="en-US" sz="1100" dirty="0">
                <a:solidFill>
                  <a:srgbClr val="2B2B2B"/>
                </a:solidFill>
              </a:rPr>
              <a:t>Belum </a:t>
            </a:r>
            <a:r>
              <a:rPr lang="en-US" sz="1100" dirty="0" err="1">
                <a:solidFill>
                  <a:srgbClr val="2B2B2B"/>
                </a:solidFill>
              </a:rPr>
              <a:t>ada</a:t>
            </a:r>
            <a:r>
              <a:rPr lang="en-US" sz="1100" dirty="0">
                <a:solidFill>
                  <a:srgbClr val="2B2B2B"/>
                </a:solidFill>
              </a:rPr>
              <a:t> </a:t>
            </a:r>
            <a:r>
              <a:rPr lang="en-US" sz="1100" dirty="0" err="1">
                <a:solidFill>
                  <a:srgbClr val="2B2B2B"/>
                </a:solidFill>
              </a:rPr>
              <a:t>pembagian</a:t>
            </a:r>
            <a:r>
              <a:rPr lang="en-US" sz="1100" dirty="0">
                <a:solidFill>
                  <a:srgbClr val="2B2B2B"/>
                </a:solidFill>
              </a:rPr>
              <a:t> imbalan dan </a:t>
            </a:r>
            <a:r>
              <a:rPr lang="en-US" sz="1100" dirty="0" err="1">
                <a:solidFill>
                  <a:srgbClr val="2B2B2B"/>
                </a:solidFill>
              </a:rPr>
              <a:t>tanggung</a:t>
            </a:r>
            <a:r>
              <a:rPr lang="en-US" sz="1100" dirty="0">
                <a:solidFill>
                  <a:srgbClr val="2B2B2B"/>
                </a:solidFill>
              </a:rPr>
              <a:t> </a:t>
            </a:r>
            <a:r>
              <a:rPr lang="en-US" sz="1100" dirty="0" err="1">
                <a:solidFill>
                  <a:srgbClr val="2B2B2B"/>
                </a:solidFill>
              </a:rPr>
              <a:t>jawab</a:t>
            </a:r>
            <a:r>
              <a:rPr lang="en-US" sz="1100" dirty="0">
                <a:solidFill>
                  <a:srgbClr val="2B2B2B"/>
                </a:solidFill>
              </a:rPr>
              <a:t> yang </a:t>
            </a:r>
            <a:r>
              <a:rPr lang="en-US" sz="1100" dirty="0" err="1">
                <a:solidFill>
                  <a:srgbClr val="2B2B2B"/>
                </a:solidFill>
              </a:rPr>
              <a:t>jelas</a:t>
            </a:r>
            <a:r>
              <a:rPr lang="en-US" sz="1100" dirty="0">
                <a:solidFill>
                  <a:srgbClr val="2B2B2B"/>
                </a:solidFill>
              </a:rPr>
              <a:t>, serah terima dari PKPU, dan standar profesi yang sama.</a:t>
            </a:r>
            <a:endParaRPr lang="en-US" sz="1100" dirty="0"/>
          </a:p>
        </p:txBody>
      </p:sp>
      <p:sp>
        <p:nvSpPr>
          <p:cNvPr id="11" name="g2_07"/>
          <p:cNvSpPr/>
          <p:nvPr/>
        </p:nvSpPr>
        <p:spPr>
          <a:xfrm>
            <a:off x="58420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endParaRPr lang="en-US" sz="1050" dirty="0"/>
          </a:p>
        </p:txBody>
      </p:sp>
      <p:sp>
        <p:nvSpPr>
          <p:cNvPr id="13" name="!!card1"/>
          <p:cNvSpPr/>
          <p:nvPr/>
        </p:nvSpPr>
        <p:spPr>
          <a:xfrm>
            <a:off x="427482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18" name="g3_13"/>
          <p:cNvSpPr/>
          <p:nvPr/>
        </p:nvSpPr>
        <p:spPr>
          <a:xfrm>
            <a:off x="4406900" y="3276600"/>
            <a:ext cx="1574800" cy="1041400"/>
          </a:xfrm>
          <a:prstGeom prst="roundRect">
            <a:avLst>
              <a:gd name="adj" fmla="val 7500"/>
            </a:avLst>
          </a:prstGeom>
          <a:solidFill>
            <a:srgbClr val="EFEFF2"/>
          </a:solidFill>
          <a:ln w="6350">
            <a:solidFill>
              <a:srgbClr val="DDDDE2"/>
            </a:solidFill>
            <a:prstDash val="solid"/>
          </a:ln>
        </p:spPr>
        <p:txBody>
          <a:bodyPr/>
          <a:lstStyle/>
          <a:p>
            <a:endParaRPr lang="id-ID"/>
          </a:p>
        </p:txBody>
      </p:sp>
      <p:sp>
        <p:nvSpPr>
          <p:cNvPr id="19" name="g3_14"/>
          <p:cNvSpPr txBox="1"/>
          <p:nvPr/>
        </p:nvSpPr>
        <p:spPr>
          <a:xfrm>
            <a:off x="4483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Keperdataan · KUHPerdata</a:t>
            </a:r>
            <a:endParaRPr lang="en-US" sz="1000" dirty="0"/>
          </a:p>
          <a:p>
            <a:pPr marL="0" indent="0">
              <a:buNone/>
            </a:pPr>
            <a:r>
              <a:rPr lang="en-US" sz="1000" dirty="0">
                <a:solidFill>
                  <a:srgbClr val="2B2B2B"/>
                </a:solidFill>
              </a:rPr>
              <a:t>Perwalian · Pengampuan · Orang tidak hadir · Harta tak terurus · Uang pihak ketiga</a:t>
            </a:r>
            <a:endParaRPr lang="en-US" sz="1000" dirty="0"/>
          </a:p>
        </p:txBody>
      </p:sp>
      <p:sp>
        <p:nvSpPr>
          <p:cNvPr id="20" name="g3_15"/>
          <p:cNvSpPr/>
          <p:nvPr/>
        </p:nvSpPr>
        <p:spPr>
          <a:xfrm>
            <a:off x="6184900" y="3276600"/>
            <a:ext cx="1574800" cy="1041400"/>
          </a:xfrm>
          <a:prstGeom prst="roundRect">
            <a:avLst>
              <a:gd name="adj" fmla="val 7500"/>
            </a:avLst>
          </a:prstGeom>
          <a:solidFill>
            <a:srgbClr val="F3E6E8"/>
          </a:solidFill>
          <a:ln w="6350">
            <a:solidFill>
              <a:srgbClr val="E2C6CB"/>
            </a:solidFill>
            <a:prstDash val="solid"/>
          </a:ln>
        </p:spPr>
        <p:txBody>
          <a:bodyPr/>
          <a:lstStyle/>
          <a:p>
            <a:endParaRPr lang="id-ID"/>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Kurator · UU 37/2004</a:t>
            </a:r>
            <a:endParaRPr lang="en-US" sz="1000" dirty="0"/>
          </a:p>
          <a:p>
            <a:pPr marL="0" indent="0">
              <a:buNone/>
            </a:pPr>
            <a:r>
              <a:rPr lang="en-US" sz="1000" dirty="0">
                <a:solidFill>
                  <a:srgbClr val="2B2B2B"/>
                </a:solidFill>
              </a:rPr>
              <a:t>Harta pailit · Ditunjuk pengadilan · Diawasi Hakim Pengawas</a:t>
            </a: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r>
              <a:rPr lang="en-US" sz="1600" b="1" dirty="0">
                <a:solidFill>
                  <a:srgbClr val="C9A24A"/>
                </a:solidFill>
              </a:rPr>
              <a:t>≠</a:t>
            </a:r>
            <a:endParaRPr lang="en-US" sz="1600" dirty="0"/>
          </a:p>
        </p:txBody>
      </p:sp>
      <p:sp>
        <p:nvSpPr>
          <p:cNvPr id="23" name="g3_18"/>
          <p:cNvSpPr txBox="1"/>
          <p:nvPr/>
        </p:nvSpPr>
        <p:spPr>
          <a:xfrm>
            <a:off x="4439920" y="2768600"/>
            <a:ext cx="3276600" cy="4572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Perlu. Tugas keperdataan ≠ tugas kurator; yang dipisah dasar hukum, pelaksana, dan pertanggungjawabannya.</a:t>
            </a:r>
            <a:endParaRPr lang="en-US" sz="1100" dirty="0"/>
          </a:p>
        </p:txBody>
      </p:sp>
      <p:sp>
        <p:nvSpPr>
          <p:cNvPr id="24" name="g3_19"/>
          <p:cNvSpPr/>
          <p:nvPr/>
        </p:nvSpPr>
        <p:spPr>
          <a:xfrm>
            <a:off x="440182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spcAft>
                <a:spcPts val="200"/>
              </a:spcAft>
              <a:buNone/>
            </a:pPr>
            <a:r>
              <a:rPr lang="en-US" sz="1050" dirty="0">
                <a:solidFill>
                  <a:srgbClr val="2B2B2B"/>
                </a:solidFill>
              </a:rPr>
              <a:t>Kedudukan BHP sebagai kurator negara menjadi tegas dan setara; setiap tugas punya dasar, pelaksana, dan pertanggungjawaban yang jelas.</a:t>
            </a:r>
            <a:endParaRPr lang="en-US" sz="1050" dirty="0"/>
          </a:p>
        </p:txBody>
      </p:sp>
      <p:sp>
        <p:nvSpPr>
          <p:cNvPr id="26" name="!!card2"/>
          <p:cNvSpPr/>
          <p:nvPr/>
        </p:nvSpPr>
        <p:spPr>
          <a:xfrm>
            <a:off x="809244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971800"/>
            <a:ext cx="3276600" cy="13716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Setuju, dengan kriteria tertutup. Kedua contoh itu memang tugas BHP menurut KUHPerdata. Ditambah:</a:t>
            </a:r>
            <a:endParaRPr lang="en-US" sz="1100" dirty="0"/>
          </a:p>
          <a:p>
            <a:pPr marL="0" indent="0">
              <a:spcAft>
                <a:spcPts val="400"/>
              </a:spcAft>
              <a:buNone/>
            </a:pPr>
            <a:r>
              <a:rPr lang="en-US" sz="1100" dirty="0">
                <a:solidFill>
                  <a:srgbClr val="2B2B2B"/>
                </a:solidFill>
              </a:rPr>
              <a:t>debitor tidak diketahui keberadaannya; ahli waris masih anak atau dalam pengampuan; permohonan pekerja; perkara kehilangan kurator. Di luar itu, para pihak bebas memilih kurator.</a:t>
            </a:r>
            <a:endParaRPr lang="en-US" sz="1100" dirty="0"/>
          </a:p>
        </p:txBody>
      </p:sp>
      <p:sp>
        <p:nvSpPr>
          <p:cNvPr id="32" name="g4_26"/>
          <p:cNvSpPr/>
          <p:nvPr/>
        </p:nvSpPr>
        <p:spPr>
          <a:xfrm>
            <a:off x="821944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33" name="g4_27"/>
          <p:cNvSpPr txBox="1"/>
          <p:nvPr/>
        </p:nvSpPr>
        <p:spPr>
          <a:xfrm>
            <a:off x="832104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marL="0" indent="0">
              <a:spcAft>
                <a:spcPts val="200"/>
              </a:spcAft>
              <a:buNone/>
            </a:pPr>
            <a:r>
              <a:rPr lang="en-US" sz="1050" dirty="0">
                <a:solidFill>
                  <a:srgbClr val="2B2B2B"/>
                </a:solidFill>
              </a:rPr>
              <a:t>SIPP 2025 s.d. 2026: dari 16 putusan pailit, BHP hanya diangkat 2 kali, keduanya karena diminta pemohon. Penugasan BHP masih bergantung pada pilihan pemohon.</a:t>
            </a:r>
            <a:endParaRPr lang="en-US" sz="1050" dirty="0"/>
          </a:p>
        </p:txBody>
      </p:sp>
      <p:sp>
        <p:nvSpPr>
          <p:cNvPr id="3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3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dirty="0">
                <a:solidFill>
                  <a:srgbClr val="E8CB80"/>
                </a:solidFill>
              </a:rPr>
              <a:t>PENGALAMAN</a:t>
            </a:r>
            <a:endParaRPr lang="en-US" sz="1150" dirty="0"/>
          </a:p>
          <a:p>
            <a:pPr marL="0" indent="0">
              <a:buNone/>
            </a:pPr>
            <a:r>
              <a:rPr lang="en-US" sz="1150" b="1" kern="0" spc="100" dirty="0">
                <a:solidFill>
                  <a:srgbClr val="E8CB80"/>
                </a:solidFill>
              </a:rPr>
              <a:t>BHP MEDAN</a:t>
            </a:r>
            <a:endParaRPr lang="en-US" sz="1150" dirty="0"/>
          </a:p>
        </p:txBody>
      </p:sp>
      <p:sp>
        <p:nvSpPr>
          <p:cNvPr id="3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3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3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3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4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2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mengangkat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mengangkat BHP</a:t>
            </a:r>
            <a:endParaRPr lang="en-US" sz="11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34076213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440"/>
                                  </p:stCondLst>
                                  <p:childTnLst>
                                    <p:set>
                                      <p:cBhvr>
                                        <p:cTn id="84" dur="1" fill="hold">
                                          <p:stCondLst>
                                            <p:cond delay="0"/>
                                          </p:stCondLst>
                                        </p:cTn>
                                        <p:tgtEl>
                                          <p:spTgt spid="18"/>
                                        </p:tgtEl>
                                        <p:attrNameLst>
                                          <p:attrName>style.visibility</p:attrName>
                                        </p:attrNameLst>
                                      </p:cBhvr>
                                      <p:to>
                                        <p:strVal val="visible"/>
                                      </p:to>
                                    </p:set>
                                    <p:anim calcmode="lin" valueType="num">
                                      <p:cBhvr>
                                        <p:cTn id="85" dur="450" decel="100000" fill="hold"/>
                                        <p:tgtEl>
                                          <p:spTgt spid="18"/>
                                        </p:tgtEl>
                                        <p:attrNameLst>
                                          <p:attrName>ppt_w</p:attrName>
                                        </p:attrNameLst>
                                      </p:cBhvr>
                                      <p:tavLst>
                                        <p:tav tm="0">
                                          <p:val>
                                            <p:fltVal val="0"/>
                                          </p:val>
                                        </p:tav>
                                        <p:tav tm="100000">
                                          <p:val>
                                            <p:strVal val="#ppt_w"/>
                                          </p:val>
                                        </p:tav>
                                      </p:tavLst>
                                    </p:anim>
                                    <p:anim calcmode="lin" valueType="num">
                                      <p:cBhvr>
                                        <p:cTn id="86" dur="450" decel="100000" fill="hold"/>
                                        <p:tgtEl>
                                          <p:spTgt spid="18"/>
                                        </p:tgtEl>
                                        <p:attrNameLst>
                                          <p:attrName>ppt_h</p:attrName>
                                        </p:attrNameLst>
                                      </p:cBhvr>
                                      <p:tavLst>
                                        <p:tav tm="0">
                                          <p:val>
                                            <p:fltVal val="0"/>
                                          </p:val>
                                        </p:tav>
                                        <p:tav tm="100000">
                                          <p:val>
                                            <p:strVal val="#ppt_h"/>
                                          </p:val>
                                        </p:tav>
                                      </p:tavLst>
                                    </p:anim>
                                    <p:animEffect transition="in" filter="fade">
                                      <p:cBhvr>
                                        <p:cTn id="87" dur="450"/>
                                        <p:tgtEl>
                                          <p:spTgt spid="18"/>
                                        </p:tgtEl>
                                      </p:cBhvr>
                                    </p:animEffect>
                                  </p:childTnLst>
                                </p:cTn>
                              </p:par>
                              <p:par>
                                <p:cTn id="88" presetID="53" presetClass="entr" presetSubtype="16" fill="hold" nodeType="withEffect">
                                  <p:stCondLst>
                                    <p:cond delay="550"/>
                                  </p:stCondLst>
                                  <p:childTnLst>
                                    <p:set>
                                      <p:cBhvr>
                                        <p:cTn id="89" dur="1" fill="hold">
                                          <p:stCondLst>
                                            <p:cond delay="0"/>
                                          </p:stCondLst>
                                        </p:cTn>
                                        <p:tgtEl>
                                          <p:spTgt spid="19"/>
                                        </p:tgtEl>
                                        <p:attrNameLst>
                                          <p:attrName>style.visibility</p:attrName>
                                        </p:attrNameLst>
                                      </p:cBhvr>
                                      <p:to>
                                        <p:strVal val="visible"/>
                                      </p:to>
                                    </p:set>
                                    <p:anim calcmode="lin" valueType="num">
                                      <p:cBhvr>
                                        <p:cTn id="90" dur="450" decel="100000" fill="hold"/>
                                        <p:tgtEl>
                                          <p:spTgt spid="19"/>
                                        </p:tgtEl>
                                        <p:attrNameLst>
                                          <p:attrName>ppt_w</p:attrName>
                                        </p:attrNameLst>
                                      </p:cBhvr>
                                      <p:tavLst>
                                        <p:tav tm="0">
                                          <p:val>
                                            <p:fltVal val="0"/>
                                          </p:val>
                                        </p:tav>
                                        <p:tav tm="100000">
                                          <p:val>
                                            <p:strVal val="#ppt_w"/>
                                          </p:val>
                                        </p:tav>
                                      </p:tavLst>
                                    </p:anim>
                                    <p:anim calcmode="lin" valueType="num">
                                      <p:cBhvr>
                                        <p:cTn id="91" dur="450" decel="100000" fill="hold"/>
                                        <p:tgtEl>
                                          <p:spTgt spid="19"/>
                                        </p:tgtEl>
                                        <p:attrNameLst>
                                          <p:attrName>ppt_h</p:attrName>
                                        </p:attrNameLst>
                                      </p:cBhvr>
                                      <p:tavLst>
                                        <p:tav tm="0">
                                          <p:val>
                                            <p:fltVal val="0"/>
                                          </p:val>
                                        </p:tav>
                                        <p:tav tm="100000">
                                          <p:val>
                                            <p:strVal val="#ppt_h"/>
                                          </p:val>
                                        </p:tav>
                                      </p:tavLst>
                                    </p:anim>
                                    <p:animEffect transition="in" filter="fade">
                                      <p:cBhvr>
                                        <p:cTn id="92" dur="450"/>
                                        <p:tgtEl>
                                          <p:spTgt spid="19"/>
                                        </p:tgtEl>
                                      </p:cBhvr>
                                    </p:animEffect>
                                  </p:childTnLst>
                                </p:cTn>
                              </p:par>
                              <p:par>
                                <p:cTn id="93" presetID="53" presetClass="entr" presetSubtype="16" fill="hold" nodeType="withEffect">
                                  <p:stCondLst>
                                    <p:cond delay="660"/>
                                  </p:stCondLst>
                                  <p:childTnLst>
                                    <p:set>
                                      <p:cBhvr>
                                        <p:cTn id="94" dur="1" fill="hold">
                                          <p:stCondLst>
                                            <p:cond delay="0"/>
                                          </p:stCondLst>
                                        </p:cTn>
                                        <p:tgtEl>
                                          <p:spTgt spid="20"/>
                                        </p:tgtEl>
                                        <p:attrNameLst>
                                          <p:attrName>style.visibility</p:attrName>
                                        </p:attrNameLst>
                                      </p:cBhvr>
                                      <p:to>
                                        <p:strVal val="visible"/>
                                      </p:to>
                                    </p:set>
                                    <p:anim calcmode="lin" valueType="num">
                                      <p:cBhvr>
                                        <p:cTn id="95" dur="450" decel="100000" fill="hold"/>
                                        <p:tgtEl>
                                          <p:spTgt spid="20"/>
                                        </p:tgtEl>
                                        <p:attrNameLst>
                                          <p:attrName>ppt_w</p:attrName>
                                        </p:attrNameLst>
                                      </p:cBhvr>
                                      <p:tavLst>
                                        <p:tav tm="0">
                                          <p:val>
                                            <p:fltVal val="0"/>
                                          </p:val>
                                        </p:tav>
                                        <p:tav tm="100000">
                                          <p:val>
                                            <p:strVal val="#ppt_w"/>
                                          </p:val>
                                        </p:tav>
                                      </p:tavLst>
                                    </p:anim>
                                    <p:anim calcmode="lin" valueType="num">
                                      <p:cBhvr>
                                        <p:cTn id="96" dur="450" decel="100000" fill="hold"/>
                                        <p:tgtEl>
                                          <p:spTgt spid="20"/>
                                        </p:tgtEl>
                                        <p:attrNameLst>
                                          <p:attrName>ppt_h</p:attrName>
                                        </p:attrNameLst>
                                      </p:cBhvr>
                                      <p:tavLst>
                                        <p:tav tm="0">
                                          <p:val>
                                            <p:fltVal val="0"/>
                                          </p:val>
                                        </p:tav>
                                        <p:tav tm="100000">
                                          <p:val>
                                            <p:strVal val="#ppt_h"/>
                                          </p:val>
                                        </p:tav>
                                      </p:tavLst>
                                    </p:anim>
                                    <p:animEffect transition="in" filter="fade">
                                      <p:cBhvr>
                                        <p:cTn id="97" dur="450"/>
                                        <p:tgtEl>
                                          <p:spTgt spid="20"/>
                                        </p:tgtEl>
                                      </p:cBhvr>
                                    </p:animEffect>
                                  </p:childTnLst>
                                </p:cTn>
                              </p:par>
                              <p:par>
                                <p:cTn id="98" presetID="53" presetClass="entr" presetSubtype="16" fill="hold" nodeType="withEffect">
                                  <p:stCondLst>
                                    <p:cond delay="77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450" decel="100000" fill="hold"/>
                                        <p:tgtEl>
                                          <p:spTgt spid="21"/>
                                        </p:tgtEl>
                                        <p:attrNameLst>
                                          <p:attrName>ppt_w</p:attrName>
                                        </p:attrNameLst>
                                      </p:cBhvr>
                                      <p:tavLst>
                                        <p:tav tm="0">
                                          <p:val>
                                            <p:fltVal val="0"/>
                                          </p:val>
                                        </p:tav>
                                        <p:tav tm="100000">
                                          <p:val>
                                            <p:strVal val="#ppt_w"/>
                                          </p:val>
                                        </p:tav>
                                      </p:tavLst>
                                    </p:anim>
                                    <p:anim calcmode="lin" valueType="num">
                                      <p:cBhvr>
                                        <p:cTn id="101" dur="450" decel="100000" fill="hold"/>
                                        <p:tgtEl>
                                          <p:spTgt spid="21"/>
                                        </p:tgtEl>
                                        <p:attrNameLst>
                                          <p:attrName>ppt_h</p:attrName>
                                        </p:attrNameLst>
                                      </p:cBhvr>
                                      <p:tavLst>
                                        <p:tav tm="0">
                                          <p:val>
                                            <p:fltVal val="0"/>
                                          </p:val>
                                        </p:tav>
                                        <p:tav tm="100000">
                                          <p:val>
                                            <p:strVal val="#ppt_h"/>
                                          </p:val>
                                        </p:tav>
                                      </p:tavLst>
                                    </p:anim>
                                    <p:animEffect transition="in" filter="fade">
                                      <p:cBhvr>
                                        <p:cTn id="102" dur="450"/>
                                        <p:tgtEl>
                                          <p:spTgt spid="21"/>
                                        </p:tgtEl>
                                      </p:cBhvr>
                                    </p:animEffect>
                                  </p:childTnLst>
                                </p:cTn>
                              </p:par>
                              <p:par>
                                <p:cTn id="103" presetID="53" presetClass="entr" presetSubtype="16" fill="hold" nodeType="withEffect">
                                  <p:stCondLst>
                                    <p:cond delay="88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450" decel="100000" fill="hold"/>
                                        <p:tgtEl>
                                          <p:spTgt spid="22"/>
                                        </p:tgtEl>
                                        <p:attrNameLst>
                                          <p:attrName>ppt_w</p:attrName>
                                        </p:attrNameLst>
                                      </p:cBhvr>
                                      <p:tavLst>
                                        <p:tav tm="0">
                                          <p:val>
                                            <p:fltVal val="0"/>
                                          </p:val>
                                        </p:tav>
                                        <p:tav tm="100000">
                                          <p:val>
                                            <p:strVal val="#ppt_w"/>
                                          </p:val>
                                        </p:tav>
                                      </p:tavLst>
                                    </p:anim>
                                    <p:anim calcmode="lin" valueType="num">
                                      <p:cBhvr>
                                        <p:cTn id="106" dur="450" decel="100000" fill="hold"/>
                                        <p:tgtEl>
                                          <p:spTgt spid="22"/>
                                        </p:tgtEl>
                                        <p:attrNameLst>
                                          <p:attrName>ppt_h</p:attrName>
                                        </p:attrNameLst>
                                      </p:cBhvr>
                                      <p:tavLst>
                                        <p:tav tm="0">
                                          <p:val>
                                            <p:fltVal val="0"/>
                                          </p:val>
                                        </p:tav>
                                        <p:tav tm="100000">
                                          <p:val>
                                            <p:strVal val="#ppt_h"/>
                                          </p:val>
                                        </p:tav>
                                      </p:tavLst>
                                    </p:anim>
                                    <p:animEffect transition="in" filter="fade">
                                      <p:cBhvr>
                                        <p:cTn id="107" dur="450"/>
                                        <p:tgtEl>
                                          <p:spTgt spid="22"/>
                                        </p:tgtEl>
                                      </p:cBhvr>
                                    </p:animEffect>
                                  </p:childTnLst>
                                </p:cTn>
                              </p:par>
                              <p:par>
                                <p:cTn id="108" presetID="53" presetClass="entr" presetSubtype="16" fill="hold" nodeType="withEffect">
                                  <p:stCondLst>
                                    <p:cond delay="990"/>
                                  </p:stCondLst>
                                  <p:childTnLst>
                                    <p:set>
                                      <p:cBhvr>
                                        <p:cTn id="109" dur="1" fill="hold">
                                          <p:stCondLst>
                                            <p:cond delay="0"/>
                                          </p:stCondLst>
                                        </p:cTn>
                                        <p:tgtEl>
                                          <p:spTgt spid="23"/>
                                        </p:tgtEl>
                                        <p:attrNameLst>
                                          <p:attrName>style.visibility</p:attrName>
                                        </p:attrNameLst>
                                      </p:cBhvr>
                                      <p:to>
                                        <p:strVal val="visible"/>
                                      </p:to>
                                    </p:set>
                                    <p:anim calcmode="lin" valueType="num">
                                      <p:cBhvr>
                                        <p:cTn id="110" dur="450" decel="100000" fill="hold"/>
                                        <p:tgtEl>
                                          <p:spTgt spid="23"/>
                                        </p:tgtEl>
                                        <p:attrNameLst>
                                          <p:attrName>ppt_w</p:attrName>
                                        </p:attrNameLst>
                                      </p:cBhvr>
                                      <p:tavLst>
                                        <p:tav tm="0">
                                          <p:val>
                                            <p:fltVal val="0"/>
                                          </p:val>
                                        </p:tav>
                                        <p:tav tm="100000">
                                          <p:val>
                                            <p:strVal val="#ppt_w"/>
                                          </p:val>
                                        </p:tav>
                                      </p:tavLst>
                                    </p:anim>
                                    <p:anim calcmode="lin" valueType="num">
                                      <p:cBhvr>
                                        <p:cTn id="111" dur="450" decel="100000" fill="hold"/>
                                        <p:tgtEl>
                                          <p:spTgt spid="23"/>
                                        </p:tgtEl>
                                        <p:attrNameLst>
                                          <p:attrName>ppt_h</p:attrName>
                                        </p:attrNameLst>
                                      </p:cBhvr>
                                      <p:tavLst>
                                        <p:tav tm="0">
                                          <p:val>
                                            <p:fltVal val="0"/>
                                          </p:val>
                                        </p:tav>
                                        <p:tav tm="100000">
                                          <p:val>
                                            <p:strVal val="#ppt_h"/>
                                          </p:val>
                                        </p:tav>
                                      </p:tavLst>
                                    </p:anim>
                                    <p:animEffect transition="in" filter="fade">
                                      <p:cBhvr>
                                        <p:cTn id="112" dur="450"/>
                                        <p:tgtEl>
                                          <p:spTgt spid="23"/>
                                        </p:tgtEl>
                                      </p:cBhvr>
                                    </p:animEffect>
                                  </p:childTnLst>
                                </p:cTn>
                              </p:par>
                              <p:par>
                                <p:cTn id="113" presetID="53" presetClass="entr" presetSubtype="16" fill="hold" nodeType="withEffect">
                                  <p:stCondLst>
                                    <p:cond delay="110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450" decel="100000" fill="hold"/>
                                        <p:tgtEl>
                                          <p:spTgt spid="24"/>
                                        </p:tgtEl>
                                        <p:attrNameLst>
                                          <p:attrName>ppt_w</p:attrName>
                                        </p:attrNameLst>
                                      </p:cBhvr>
                                      <p:tavLst>
                                        <p:tav tm="0">
                                          <p:val>
                                            <p:fltVal val="0"/>
                                          </p:val>
                                        </p:tav>
                                        <p:tav tm="100000">
                                          <p:val>
                                            <p:strVal val="#ppt_w"/>
                                          </p:val>
                                        </p:tav>
                                      </p:tavLst>
                                    </p:anim>
                                    <p:anim calcmode="lin" valueType="num">
                                      <p:cBhvr>
                                        <p:cTn id="116" dur="450" decel="100000" fill="hold"/>
                                        <p:tgtEl>
                                          <p:spTgt spid="24"/>
                                        </p:tgtEl>
                                        <p:attrNameLst>
                                          <p:attrName>ppt_h</p:attrName>
                                        </p:attrNameLst>
                                      </p:cBhvr>
                                      <p:tavLst>
                                        <p:tav tm="0">
                                          <p:val>
                                            <p:fltVal val="0"/>
                                          </p:val>
                                        </p:tav>
                                        <p:tav tm="100000">
                                          <p:val>
                                            <p:strVal val="#ppt_h"/>
                                          </p:val>
                                        </p:tav>
                                      </p:tavLst>
                                    </p:anim>
                                    <p:animEffect transition="in" filter="fade">
                                      <p:cBhvr>
                                        <p:cTn id="117" dur="450"/>
                                        <p:tgtEl>
                                          <p:spTgt spid="24"/>
                                        </p:tgtEl>
                                      </p:cBhvr>
                                    </p:animEffect>
                                  </p:childTnLst>
                                </p:cTn>
                              </p:par>
                              <p:par>
                                <p:cTn id="118" presetID="53" presetClass="entr" presetSubtype="16" fill="hold" nodeType="withEffect">
                                  <p:stCondLst>
                                    <p:cond delay="121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450" decel="100000" fill="hold"/>
                                        <p:tgtEl>
                                          <p:spTgt spid="25"/>
                                        </p:tgtEl>
                                        <p:attrNameLst>
                                          <p:attrName>ppt_w</p:attrName>
                                        </p:attrNameLst>
                                      </p:cBhvr>
                                      <p:tavLst>
                                        <p:tav tm="0">
                                          <p:val>
                                            <p:fltVal val="0"/>
                                          </p:val>
                                        </p:tav>
                                        <p:tav tm="100000">
                                          <p:val>
                                            <p:strVal val="#ppt_w"/>
                                          </p:val>
                                        </p:tav>
                                      </p:tavLst>
                                    </p:anim>
                                    <p:anim calcmode="lin" valueType="num">
                                      <p:cBhvr>
                                        <p:cTn id="121" dur="450" decel="100000" fill="hold"/>
                                        <p:tgtEl>
                                          <p:spTgt spid="25"/>
                                        </p:tgtEl>
                                        <p:attrNameLst>
                                          <p:attrName>ppt_h</p:attrName>
                                        </p:attrNameLst>
                                      </p:cBhvr>
                                      <p:tavLst>
                                        <p:tav tm="0">
                                          <p:val>
                                            <p:fltVal val="0"/>
                                          </p:val>
                                        </p:tav>
                                        <p:tav tm="100000">
                                          <p:val>
                                            <p:strVal val="#ppt_h"/>
                                          </p:val>
                                        </p:tav>
                                      </p:tavLst>
                                    </p:anim>
                                    <p:animEffect transition="in" filter="fade">
                                      <p:cBhvr>
                                        <p:cTn id="122" dur="450"/>
                                        <p:tgtEl>
                                          <p:spTgt spid="25"/>
                                        </p:tgtEl>
                                      </p:cBhvr>
                                    </p:animEffect>
                                  </p:childTnLst>
                                </p:cTn>
                              </p:par>
                            </p:childTnLst>
                          </p:cTn>
                        </p:par>
                      </p:childTnLst>
                    </p:cTn>
                  </p:par>
                  <p:par>
                    <p:cTn id="123" fill="hold">
                      <p:stCondLst>
                        <p:cond delay="indefinite"/>
                      </p:stCondLst>
                      <p:childTnLst>
                        <p:par>
                          <p:cTn id="124" fill="hold">
                            <p:stCondLst>
                              <p:cond delay="0"/>
                            </p:stCondLst>
                            <p:childTnLst>
                              <p:par>
                                <p:cTn id="125" presetID="53" presetClass="entr" presetSubtype="16" fill="hold" nodeType="click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450" decel="100000" fill="hold"/>
                                        <p:tgtEl>
                                          <p:spTgt spid="27"/>
                                        </p:tgtEl>
                                        <p:attrNameLst>
                                          <p:attrName>ppt_w</p:attrName>
                                        </p:attrNameLst>
                                      </p:cBhvr>
                                      <p:tavLst>
                                        <p:tav tm="0">
                                          <p:val>
                                            <p:fltVal val="0"/>
                                          </p:val>
                                        </p:tav>
                                        <p:tav tm="100000">
                                          <p:val>
                                            <p:strVal val="#ppt_w"/>
                                          </p:val>
                                        </p:tav>
                                      </p:tavLst>
                                    </p:anim>
                                    <p:anim calcmode="lin" valueType="num">
                                      <p:cBhvr>
                                        <p:cTn id="128" dur="450" decel="100000" fill="hold"/>
                                        <p:tgtEl>
                                          <p:spTgt spid="27"/>
                                        </p:tgtEl>
                                        <p:attrNameLst>
                                          <p:attrName>ppt_h</p:attrName>
                                        </p:attrNameLst>
                                      </p:cBhvr>
                                      <p:tavLst>
                                        <p:tav tm="0">
                                          <p:val>
                                            <p:fltVal val="0"/>
                                          </p:val>
                                        </p:tav>
                                        <p:tav tm="100000">
                                          <p:val>
                                            <p:strVal val="#ppt_h"/>
                                          </p:val>
                                        </p:tav>
                                      </p:tavLst>
                                    </p:anim>
                                    <p:animEffect transition="in" filter="fade">
                                      <p:cBhvr>
                                        <p:cTn id="129" dur="450"/>
                                        <p:tgtEl>
                                          <p:spTgt spid="27"/>
                                        </p:tgtEl>
                                      </p:cBhvr>
                                    </p:animEffect>
                                  </p:childTnLst>
                                </p:cTn>
                              </p:par>
                              <p:par>
                                <p:cTn id="130" presetID="53" presetClass="entr" presetSubtype="16" fill="hold" nodeType="withEffect">
                                  <p:stCondLst>
                                    <p:cond delay="11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450" decel="100000" fill="hold"/>
                                        <p:tgtEl>
                                          <p:spTgt spid="28"/>
                                        </p:tgtEl>
                                        <p:attrNameLst>
                                          <p:attrName>ppt_w</p:attrName>
                                        </p:attrNameLst>
                                      </p:cBhvr>
                                      <p:tavLst>
                                        <p:tav tm="0">
                                          <p:val>
                                            <p:fltVal val="0"/>
                                          </p:val>
                                        </p:tav>
                                        <p:tav tm="100000">
                                          <p:val>
                                            <p:strVal val="#ppt_w"/>
                                          </p:val>
                                        </p:tav>
                                      </p:tavLst>
                                    </p:anim>
                                    <p:anim calcmode="lin" valueType="num">
                                      <p:cBhvr>
                                        <p:cTn id="133" dur="450" decel="100000" fill="hold"/>
                                        <p:tgtEl>
                                          <p:spTgt spid="28"/>
                                        </p:tgtEl>
                                        <p:attrNameLst>
                                          <p:attrName>ppt_h</p:attrName>
                                        </p:attrNameLst>
                                      </p:cBhvr>
                                      <p:tavLst>
                                        <p:tav tm="0">
                                          <p:val>
                                            <p:fltVal val="0"/>
                                          </p:val>
                                        </p:tav>
                                        <p:tav tm="100000">
                                          <p:val>
                                            <p:strVal val="#ppt_h"/>
                                          </p:val>
                                        </p:tav>
                                      </p:tavLst>
                                    </p:anim>
                                    <p:animEffect transition="in" filter="fade">
                                      <p:cBhvr>
                                        <p:cTn id="134" dur="450"/>
                                        <p:tgtEl>
                                          <p:spTgt spid="28"/>
                                        </p:tgtEl>
                                      </p:cBhvr>
                                    </p:animEffect>
                                  </p:childTnLst>
                                </p:cTn>
                              </p:par>
                              <p:par>
                                <p:cTn id="135" presetID="53" presetClass="entr" presetSubtype="16" fill="hold" nodeType="withEffect">
                                  <p:stCondLst>
                                    <p:cond delay="220"/>
                                  </p:stCondLst>
                                  <p:childTnLst>
                                    <p:set>
                                      <p:cBhvr>
                                        <p:cTn id="136" dur="1" fill="hold">
                                          <p:stCondLst>
                                            <p:cond delay="0"/>
                                          </p:stCondLst>
                                        </p:cTn>
                                        <p:tgtEl>
                                          <p:spTgt spid="29"/>
                                        </p:tgtEl>
                                        <p:attrNameLst>
                                          <p:attrName>style.visibility</p:attrName>
                                        </p:attrNameLst>
                                      </p:cBhvr>
                                      <p:to>
                                        <p:strVal val="visible"/>
                                      </p:to>
                                    </p:set>
                                    <p:anim calcmode="lin" valueType="num">
                                      <p:cBhvr>
                                        <p:cTn id="137" dur="450" decel="100000" fill="hold"/>
                                        <p:tgtEl>
                                          <p:spTgt spid="29"/>
                                        </p:tgtEl>
                                        <p:attrNameLst>
                                          <p:attrName>ppt_w</p:attrName>
                                        </p:attrNameLst>
                                      </p:cBhvr>
                                      <p:tavLst>
                                        <p:tav tm="0">
                                          <p:val>
                                            <p:fltVal val="0"/>
                                          </p:val>
                                        </p:tav>
                                        <p:tav tm="100000">
                                          <p:val>
                                            <p:strVal val="#ppt_w"/>
                                          </p:val>
                                        </p:tav>
                                      </p:tavLst>
                                    </p:anim>
                                    <p:anim calcmode="lin" valueType="num">
                                      <p:cBhvr>
                                        <p:cTn id="138" dur="450" decel="100000" fill="hold"/>
                                        <p:tgtEl>
                                          <p:spTgt spid="29"/>
                                        </p:tgtEl>
                                        <p:attrNameLst>
                                          <p:attrName>ppt_h</p:attrName>
                                        </p:attrNameLst>
                                      </p:cBhvr>
                                      <p:tavLst>
                                        <p:tav tm="0">
                                          <p:val>
                                            <p:fltVal val="0"/>
                                          </p:val>
                                        </p:tav>
                                        <p:tav tm="100000">
                                          <p:val>
                                            <p:strVal val="#ppt_h"/>
                                          </p:val>
                                        </p:tav>
                                      </p:tavLst>
                                    </p:anim>
                                    <p:animEffect transition="in" filter="fade">
                                      <p:cBhvr>
                                        <p:cTn id="139" dur="450"/>
                                        <p:tgtEl>
                                          <p:spTgt spid="29"/>
                                        </p:tgtEl>
                                      </p:cBhvr>
                                    </p:animEffect>
                                  </p:childTnLst>
                                </p:cTn>
                              </p:par>
                              <p:par>
                                <p:cTn id="140" presetID="53" presetClass="entr" presetSubtype="16" fill="hold" nodeType="withEffect">
                                  <p:stCondLst>
                                    <p:cond delay="330"/>
                                  </p:stCondLst>
                                  <p:childTnLst>
                                    <p:set>
                                      <p:cBhvr>
                                        <p:cTn id="141" dur="1" fill="hold">
                                          <p:stCondLst>
                                            <p:cond delay="0"/>
                                          </p:stCondLst>
                                        </p:cTn>
                                        <p:tgtEl>
                                          <p:spTgt spid="30"/>
                                        </p:tgtEl>
                                        <p:attrNameLst>
                                          <p:attrName>style.visibility</p:attrName>
                                        </p:attrNameLst>
                                      </p:cBhvr>
                                      <p:to>
                                        <p:strVal val="visible"/>
                                      </p:to>
                                    </p:set>
                                    <p:anim calcmode="lin" valueType="num">
                                      <p:cBhvr>
                                        <p:cTn id="142" dur="450" decel="100000" fill="hold"/>
                                        <p:tgtEl>
                                          <p:spTgt spid="30"/>
                                        </p:tgtEl>
                                        <p:attrNameLst>
                                          <p:attrName>ppt_w</p:attrName>
                                        </p:attrNameLst>
                                      </p:cBhvr>
                                      <p:tavLst>
                                        <p:tav tm="0">
                                          <p:val>
                                            <p:fltVal val="0"/>
                                          </p:val>
                                        </p:tav>
                                        <p:tav tm="100000">
                                          <p:val>
                                            <p:strVal val="#ppt_w"/>
                                          </p:val>
                                        </p:tav>
                                      </p:tavLst>
                                    </p:anim>
                                    <p:anim calcmode="lin" valueType="num">
                                      <p:cBhvr>
                                        <p:cTn id="143" dur="450" decel="100000" fill="hold"/>
                                        <p:tgtEl>
                                          <p:spTgt spid="30"/>
                                        </p:tgtEl>
                                        <p:attrNameLst>
                                          <p:attrName>ppt_h</p:attrName>
                                        </p:attrNameLst>
                                      </p:cBhvr>
                                      <p:tavLst>
                                        <p:tav tm="0">
                                          <p:val>
                                            <p:fltVal val="0"/>
                                          </p:val>
                                        </p:tav>
                                        <p:tav tm="100000">
                                          <p:val>
                                            <p:strVal val="#ppt_h"/>
                                          </p:val>
                                        </p:tav>
                                      </p:tavLst>
                                    </p:anim>
                                    <p:animEffect transition="in" filter="fade">
                                      <p:cBhvr>
                                        <p:cTn id="144" dur="450"/>
                                        <p:tgtEl>
                                          <p:spTgt spid="30"/>
                                        </p:tgtEl>
                                      </p:cBhvr>
                                    </p:animEffect>
                                  </p:childTnLst>
                                </p:cTn>
                              </p:par>
                              <p:par>
                                <p:cTn id="145" presetID="53" presetClass="entr" presetSubtype="16" fill="hold" nodeType="withEffect">
                                  <p:stCondLst>
                                    <p:cond delay="440"/>
                                  </p:stCondLst>
                                  <p:childTnLst>
                                    <p:set>
                                      <p:cBhvr>
                                        <p:cTn id="146" dur="1" fill="hold">
                                          <p:stCondLst>
                                            <p:cond delay="0"/>
                                          </p:stCondLst>
                                        </p:cTn>
                                        <p:tgtEl>
                                          <p:spTgt spid="31"/>
                                        </p:tgtEl>
                                        <p:attrNameLst>
                                          <p:attrName>style.visibility</p:attrName>
                                        </p:attrNameLst>
                                      </p:cBhvr>
                                      <p:to>
                                        <p:strVal val="visible"/>
                                      </p:to>
                                    </p:set>
                                    <p:anim calcmode="lin" valueType="num">
                                      <p:cBhvr>
                                        <p:cTn id="147" dur="450" decel="100000" fill="hold"/>
                                        <p:tgtEl>
                                          <p:spTgt spid="31"/>
                                        </p:tgtEl>
                                        <p:attrNameLst>
                                          <p:attrName>ppt_w</p:attrName>
                                        </p:attrNameLst>
                                      </p:cBhvr>
                                      <p:tavLst>
                                        <p:tav tm="0">
                                          <p:val>
                                            <p:fltVal val="0"/>
                                          </p:val>
                                        </p:tav>
                                        <p:tav tm="100000">
                                          <p:val>
                                            <p:strVal val="#ppt_w"/>
                                          </p:val>
                                        </p:tav>
                                      </p:tavLst>
                                    </p:anim>
                                    <p:anim calcmode="lin" valueType="num">
                                      <p:cBhvr>
                                        <p:cTn id="148" dur="450" decel="100000" fill="hold"/>
                                        <p:tgtEl>
                                          <p:spTgt spid="31"/>
                                        </p:tgtEl>
                                        <p:attrNameLst>
                                          <p:attrName>ppt_h</p:attrName>
                                        </p:attrNameLst>
                                      </p:cBhvr>
                                      <p:tavLst>
                                        <p:tav tm="0">
                                          <p:val>
                                            <p:fltVal val="0"/>
                                          </p:val>
                                        </p:tav>
                                        <p:tav tm="100000">
                                          <p:val>
                                            <p:strVal val="#ppt_h"/>
                                          </p:val>
                                        </p:tav>
                                      </p:tavLst>
                                    </p:anim>
                                    <p:animEffect transition="in" filter="fade">
                                      <p:cBhvr>
                                        <p:cTn id="149" dur="450"/>
                                        <p:tgtEl>
                                          <p:spTgt spid="31"/>
                                        </p:tgtEl>
                                      </p:cBhvr>
                                    </p:animEffect>
                                  </p:childTnLst>
                                </p:cTn>
                              </p:par>
                              <p:par>
                                <p:cTn id="150" presetID="53" presetClass="entr" presetSubtype="16" fill="hold" nodeType="withEffect">
                                  <p:stCondLst>
                                    <p:cond delay="550"/>
                                  </p:stCondLst>
                                  <p:childTnLst>
                                    <p:set>
                                      <p:cBhvr>
                                        <p:cTn id="151" dur="1" fill="hold">
                                          <p:stCondLst>
                                            <p:cond delay="0"/>
                                          </p:stCondLst>
                                        </p:cTn>
                                        <p:tgtEl>
                                          <p:spTgt spid="32"/>
                                        </p:tgtEl>
                                        <p:attrNameLst>
                                          <p:attrName>style.visibility</p:attrName>
                                        </p:attrNameLst>
                                      </p:cBhvr>
                                      <p:to>
                                        <p:strVal val="visible"/>
                                      </p:to>
                                    </p:set>
                                    <p:anim calcmode="lin" valueType="num">
                                      <p:cBhvr>
                                        <p:cTn id="152" dur="450" decel="100000" fill="hold"/>
                                        <p:tgtEl>
                                          <p:spTgt spid="32"/>
                                        </p:tgtEl>
                                        <p:attrNameLst>
                                          <p:attrName>ppt_w</p:attrName>
                                        </p:attrNameLst>
                                      </p:cBhvr>
                                      <p:tavLst>
                                        <p:tav tm="0">
                                          <p:val>
                                            <p:fltVal val="0"/>
                                          </p:val>
                                        </p:tav>
                                        <p:tav tm="100000">
                                          <p:val>
                                            <p:strVal val="#ppt_w"/>
                                          </p:val>
                                        </p:tav>
                                      </p:tavLst>
                                    </p:anim>
                                    <p:anim calcmode="lin" valueType="num">
                                      <p:cBhvr>
                                        <p:cTn id="153" dur="450" decel="100000" fill="hold"/>
                                        <p:tgtEl>
                                          <p:spTgt spid="32"/>
                                        </p:tgtEl>
                                        <p:attrNameLst>
                                          <p:attrName>ppt_h</p:attrName>
                                        </p:attrNameLst>
                                      </p:cBhvr>
                                      <p:tavLst>
                                        <p:tav tm="0">
                                          <p:val>
                                            <p:fltVal val="0"/>
                                          </p:val>
                                        </p:tav>
                                        <p:tav tm="100000">
                                          <p:val>
                                            <p:strVal val="#ppt_h"/>
                                          </p:val>
                                        </p:tav>
                                      </p:tavLst>
                                    </p:anim>
                                    <p:animEffect transition="in" filter="fade">
                                      <p:cBhvr>
                                        <p:cTn id="154" dur="450"/>
                                        <p:tgtEl>
                                          <p:spTgt spid="32"/>
                                        </p:tgtEl>
                                      </p:cBhvr>
                                    </p:animEffect>
                                  </p:childTnLst>
                                </p:cTn>
                              </p:par>
                              <p:par>
                                <p:cTn id="155" presetID="53" presetClass="entr" presetSubtype="16" fill="hold" nodeType="withEffect">
                                  <p:stCondLst>
                                    <p:cond delay="660"/>
                                  </p:stCondLst>
                                  <p:childTnLst>
                                    <p:set>
                                      <p:cBhvr>
                                        <p:cTn id="156" dur="1" fill="hold">
                                          <p:stCondLst>
                                            <p:cond delay="0"/>
                                          </p:stCondLst>
                                        </p:cTn>
                                        <p:tgtEl>
                                          <p:spTgt spid="33"/>
                                        </p:tgtEl>
                                        <p:attrNameLst>
                                          <p:attrName>style.visibility</p:attrName>
                                        </p:attrNameLst>
                                      </p:cBhvr>
                                      <p:to>
                                        <p:strVal val="visible"/>
                                      </p:to>
                                    </p:set>
                                    <p:anim calcmode="lin" valueType="num">
                                      <p:cBhvr>
                                        <p:cTn id="157" dur="450" decel="100000" fill="hold"/>
                                        <p:tgtEl>
                                          <p:spTgt spid="33"/>
                                        </p:tgtEl>
                                        <p:attrNameLst>
                                          <p:attrName>ppt_w</p:attrName>
                                        </p:attrNameLst>
                                      </p:cBhvr>
                                      <p:tavLst>
                                        <p:tav tm="0">
                                          <p:val>
                                            <p:fltVal val="0"/>
                                          </p:val>
                                        </p:tav>
                                        <p:tav tm="100000">
                                          <p:val>
                                            <p:strVal val="#ppt_w"/>
                                          </p:val>
                                        </p:tav>
                                      </p:tavLst>
                                    </p:anim>
                                    <p:anim calcmode="lin" valueType="num">
                                      <p:cBhvr>
                                        <p:cTn id="158" dur="450" decel="100000" fill="hold"/>
                                        <p:tgtEl>
                                          <p:spTgt spid="33"/>
                                        </p:tgtEl>
                                        <p:attrNameLst>
                                          <p:attrName>ppt_h</p:attrName>
                                        </p:attrNameLst>
                                      </p:cBhvr>
                                      <p:tavLst>
                                        <p:tav tm="0">
                                          <p:val>
                                            <p:fltVal val="0"/>
                                          </p:val>
                                        </p:tav>
                                        <p:tav tm="100000">
                                          <p:val>
                                            <p:strVal val="#ppt_h"/>
                                          </p:val>
                                        </p:tav>
                                      </p:tavLst>
                                    </p:anim>
                                    <p:animEffect transition="in" filter="fade">
                                      <p:cBhvr>
                                        <p:cTn id="159" dur="450"/>
                                        <p:tgtEl>
                                          <p:spTgt spid="33"/>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nodeType="clickEffect">
                                  <p:stCondLst>
                                    <p:cond delay="0"/>
                                  </p:stCondLst>
                                  <p:childTnLst>
                                    <p:set>
                                      <p:cBhvr>
                                        <p:cTn id="163" dur="1" fill="hold">
                                          <p:stCondLst>
                                            <p:cond delay="0"/>
                                          </p:stCondLst>
                                        </p:cTn>
                                        <p:tgtEl>
                                          <p:spTgt spid="35"/>
                                        </p:tgtEl>
                                        <p:attrNameLst>
                                          <p:attrName>style.visibility</p:attrName>
                                        </p:attrNameLst>
                                      </p:cBhvr>
                                      <p:to>
                                        <p:strVal val="visible"/>
                                      </p:to>
                                    </p:set>
                                    <p:anim calcmode="lin" valueType="num">
                                      <p:cBhvr>
                                        <p:cTn id="164" dur="450" decel="100000" fill="hold"/>
                                        <p:tgtEl>
                                          <p:spTgt spid="35"/>
                                        </p:tgtEl>
                                        <p:attrNameLst>
                                          <p:attrName>ppt_w</p:attrName>
                                        </p:attrNameLst>
                                      </p:cBhvr>
                                      <p:tavLst>
                                        <p:tav tm="0">
                                          <p:val>
                                            <p:fltVal val="0"/>
                                          </p:val>
                                        </p:tav>
                                        <p:tav tm="100000">
                                          <p:val>
                                            <p:strVal val="#ppt_w"/>
                                          </p:val>
                                        </p:tav>
                                      </p:tavLst>
                                    </p:anim>
                                    <p:anim calcmode="lin" valueType="num">
                                      <p:cBhvr>
                                        <p:cTn id="165" dur="450" decel="100000" fill="hold"/>
                                        <p:tgtEl>
                                          <p:spTgt spid="35"/>
                                        </p:tgtEl>
                                        <p:attrNameLst>
                                          <p:attrName>ppt_h</p:attrName>
                                        </p:attrNameLst>
                                      </p:cBhvr>
                                      <p:tavLst>
                                        <p:tav tm="0">
                                          <p:val>
                                            <p:fltVal val="0"/>
                                          </p:val>
                                        </p:tav>
                                        <p:tav tm="100000">
                                          <p:val>
                                            <p:strVal val="#ppt_h"/>
                                          </p:val>
                                        </p:tav>
                                      </p:tavLst>
                                    </p:anim>
                                    <p:animEffect transition="in" filter="fade">
                                      <p:cBhvr>
                                        <p:cTn id="166" dur="450"/>
                                        <p:tgtEl>
                                          <p:spTgt spid="35"/>
                                        </p:tgtEl>
                                      </p:cBhvr>
                                    </p:animEffect>
                                  </p:childTnLst>
                                </p:cTn>
                              </p:par>
                              <p:par>
                                <p:cTn id="167" presetID="53" presetClass="entr" presetSubtype="16" fill="hold" nodeType="withEffect">
                                  <p:stCondLst>
                                    <p:cond delay="11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450" decel="100000" fill="hold"/>
                                        <p:tgtEl>
                                          <p:spTgt spid="36"/>
                                        </p:tgtEl>
                                        <p:attrNameLst>
                                          <p:attrName>ppt_w</p:attrName>
                                        </p:attrNameLst>
                                      </p:cBhvr>
                                      <p:tavLst>
                                        <p:tav tm="0">
                                          <p:val>
                                            <p:fltVal val="0"/>
                                          </p:val>
                                        </p:tav>
                                        <p:tav tm="100000">
                                          <p:val>
                                            <p:strVal val="#ppt_w"/>
                                          </p:val>
                                        </p:tav>
                                      </p:tavLst>
                                    </p:anim>
                                    <p:anim calcmode="lin" valueType="num">
                                      <p:cBhvr>
                                        <p:cTn id="170" dur="450" decel="100000" fill="hold"/>
                                        <p:tgtEl>
                                          <p:spTgt spid="36"/>
                                        </p:tgtEl>
                                        <p:attrNameLst>
                                          <p:attrName>ppt_h</p:attrName>
                                        </p:attrNameLst>
                                      </p:cBhvr>
                                      <p:tavLst>
                                        <p:tav tm="0">
                                          <p:val>
                                            <p:fltVal val="0"/>
                                          </p:val>
                                        </p:tav>
                                        <p:tav tm="100000">
                                          <p:val>
                                            <p:strVal val="#ppt_h"/>
                                          </p:val>
                                        </p:tav>
                                      </p:tavLst>
                                    </p:anim>
                                    <p:animEffect transition="in" filter="fade">
                                      <p:cBhvr>
                                        <p:cTn id="171" dur="450"/>
                                        <p:tgtEl>
                                          <p:spTgt spid="36"/>
                                        </p:tgtEl>
                                      </p:cBhvr>
                                    </p:animEffect>
                                  </p:childTnLst>
                                </p:cTn>
                              </p:par>
                              <p:par>
                                <p:cTn id="172" presetID="53" presetClass="entr" presetSubtype="16" fill="hold" nodeType="withEffect">
                                  <p:stCondLst>
                                    <p:cond delay="22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450" decel="100000" fill="hold"/>
                                        <p:tgtEl>
                                          <p:spTgt spid="37"/>
                                        </p:tgtEl>
                                        <p:attrNameLst>
                                          <p:attrName>ppt_w</p:attrName>
                                        </p:attrNameLst>
                                      </p:cBhvr>
                                      <p:tavLst>
                                        <p:tav tm="0">
                                          <p:val>
                                            <p:fltVal val="0"/>
                                          </p:val>
                                        </p:tav>
                                        <p:tav tm="100000">
                                          <p:val>
                                            <p:strVal val="#ppt_w"/>
                                          </p:val>
                                        </p:tav>
                                      </p:tavLst>
                                    </p:anim>
                                    <p:anim calcmode="lin" valueType="num">
                                      <p:cBhvr>
                                        <p:cTn id="175" dur="450" decel="100000" fill="hold"/>
                                        <p:tgtEl>
                                          <p:spTgt spid="37"/>
                                        </p:tgtEl>
                                        <p:attrNameLst>
                                          <p:attrName>ppt_h</p:attrName>
                                        </p:attrNameLst>
                                      </p:cBhvr>
                                      <p:tavLst>
                                        <p:tav tm="0">
                                          <p:val>
                                            <p:fltVal val="0"/>
                                          </p:val>
                                        </p:tav>
                                        <p:tav tm="100000">
                                          <p:val>
                                            <p:strVal val="#ppt_h"/>
                                          </p:val>
                                        </p:tav>
                                      </p:tavLst>
                                    </p:anim>
                                    <p:animEffect transition="in" filter="fade">
                                      <p:cBhvr>
                                        <p:cTn id="176" dur="450"/>
                                        <p:tgtEl>
                                          <p:spTgt spid="37"/>
                                        </p:tgtEl>
                                      </p:cBhvr>
                                    </p:animEffect>
                                  </p:childTnLst>
                                </p:cTn>
                              </p:par>
                              <p:par>
                                <p:cTn id="177" presetID="53" presetClass="entr" presetSubtype="16" fill="hold" nodeType="withEffect">
                                  <p:stCondLst>
                                    <p:cond delay="33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450" decel="100000" fill="hold"/>
                                        <p:tgtEl>
                                          <p:spTgt spid="38"/>
                                        </p:tgtEl>
                                        <p:attrNameLst>
                                          <p:attrName>ppt_w</p:attrName>
                                        </p:attrNameLst>
                                      </p:cBhvr>
                                      <p:tavLst>
                                        <p:tav tm="0">
                                          <p:val>
                                            <p:fltVal val="0"/>
                                          </p:val>
                                        </p:tav>
                                        <p:tav tm="100000">
                                          <p:val>
                                            <p:strVal val="#ppt_w"/>
                                          </p:val>
                                        </p:tav>
                                      </p:tavLst>
                                    </p:anim>
                                    <p:anim calcmode="lin" valueType="num">
                                      <p:cBhvr>
                                        <p:cTn id="180" dur="450" decel="100000" fill="hold"/>
                                        <p:tgtEl>
                                          <p:spTgt spid="38"/>
                                        </p:tgtEl>
                                        <p:attrNameLst>
                                          <p:attrName>ppt_h</p:attrName>
                                        </p:attrNameLst>
                                      </p:cBhvr>
                                      <p:tavLst>
                                        <p:tav tm="0">
                                          <p:val>
                                            <p:fltVal val="0"/>
                                          </p:val>
                                        </p:tav>
                                        <p:tav tm="100000">
                                          <p:val>
                                            <p:strVal val="#ppt_h"/>
                                          </p:val>
                                        </p:tav>
                                      </p:tavLst>
                                    </p:anim>
                                    <p:animEffect transition="in" filter="fade">
                                      <p:cBhvr>
                                        <p:cTn id="181" dur="450"/>
                                        <p:tgtEl>
                                          <p:spTgt spid="38"/>
                                        </p:tgtEl>
                                      </p:cBhvr>
                                    </p:animEffect>
                                  </p:childTnLst>
                                </p:cTn>
                              </p:par>
                              <p:par>
                                <p:cTn id="182" presetID="53" presetClass="entr" presetSubtype="16" fill="hold" nodeType="withEffect">
                                  <p:stCondLst>
                                    <p:cond delay="440"/>
                                  </p:stCondLst>
                                  <p:childTnLst>
                                    <p:set>
                                      <p:cBhvr>
                                        <p:cTn id="183" dur="1" fill="hold">
                                          <p:stCondLst>
                                            <p:cond delay="0"/>
                                          </p:stCondLst>
                                        </p:cTn>
                                        <p:tgtEl>
                                          <p:spTgt spid="39"/>
                                        </p:tgtEl>
                                        <p:attrNameLst>
                                          <p:attrName>style.visibility</p:attrName>
                                        </p:attrNameLst>
                                      </p:cBhvr>
                                      <p:to>
                                        <p:strVal val="visible"/>
                                      </p:to>
                                    </p:set>
                                    <p:anim calcmode="lin" valueType="num">
                                      <p:cBhvr>
                                        <p:cTn id="184" dur="450" decel="100000" fill="hold"/>
                                        <p:tgtEl>
                                          <p:spTgt spid="39"/>
                                        </p:tgtEl>
                                        <p:attrNameLst>
                                          <p:attrName>ppt_w</p:attrName>
                                        </p:attrNameLst>
                                      </p:cBhvr>
                                      <p:tavLst>
                                        <p:tav tm="0">
                                          <p:val>
                                            <p:fltVal val="0"/>
                                          </p:val>
                                        </p:tav>
                                        <p:tav tm="100000">
                                          <p:val>
                                            <p:strVal val="#ppt_w"/>
                                          </p:val>
                                        </p:tav>
                                      </p:tavLst>
                                    </p:anim>
                                    <p:anim calcmode="lin" valueType="num">
                                      <p:cBhvr>
                                        <p:cTn id="185" dur="450" decel="100000" fill="hold"/>
                                        <p:tgtEl>
                                          <p:spTgt spid="39"/>
                                        </p:tgtEl>
                                        <p:attrNameLst>
                                          <p:attrName>ppt_h</p:attrName>
                                        </p:attrNameLst>
                                      </p:cBhvr>
                                      <p:tavLst>
                                        <p:tav tm="0">
                                          <p:val>
                                            <p:fltVal val="0"/>
                                          </p:val>
                                        </p:tav>
                                        <p:tav tm="100000">
                                          <p:val>
                                            <p:strVal val="#ppt_h"/>
                                          </p:val>
                                        </p:tav>
                                      </p:tavLst>
                                    </p:anim>
                                    <p:animEffect transition="in" filter="fade">
                                      <p:cBhvr>
                                        <p:cTn id="186" dur="450"/>
                                        <p:tgtEl>
                                          <p:spTgt spid="39"/>
                                        </p:tgtEl>
                                      </p:cBhvr>
                                    </p:animEffect>
                                  </p:childTnLst>
                                </p:cTn>
                              </p:par>
                              <p:par>
                                <p:cTn id="187" presetID="53" presetClass="entr" presetSubtype="16" fill="hold" nodeType="withEffect">
                                  <p:stCondLst>
                                    <p:cond delay="550"/>
                                  </p:stCondLst>
                                  <p:childTnLst>
                                    <p:set>
                                      <p:cBhvr>
                                        <p:cTn id="188" dur="1" fill="hold">
                                          <p:stCondLst>
                                            <p:cond delay="0"/>
                                          </p:stCondLst>
                                        </p:cTn>
                                        <p:tgtEl>
                                          <p:spTgt spid="40"/>
                                        </p:tgtEl>
                                        <p:attrNameLst>
                                          <p:attrName>style.visibility</p:attrName>
                                        </p:attrNameLst>
                                      </p:cBhvr>
                                      <p:to>
                                        <p:strVal val="visible"/>
                                      </p:to>
                                    </p:set>
                                    <p:anim calcmode="lin" valueType="num">
                                      <p:cBhvr>
                                        <p:cTn id="189" dur="450" decel="100000" fill="hold"/>
                                        <p:tgtEl>
                                          <p:spTgt spid="40"/>
                                        </p:tgtEl>
                                        <p:attrNameLst>
                                          <p:attrName>ppt_w</p:attrName>
                                        </p:attrNameLst>
                                      </p:cBhvr>
                                      <p:tavLst>
                                        <p:tav tm="0">
                                          <p:val>
                                            <p:fltVal val="0"/>
                                          </p:val>
                                        </p:tav>
                                        <p:tav tm="100000">
                                          <p:val>
                                            <p:strVal val="#ppt_w"/>
                                          </p:val>
                                        </p:tav>
                                      </p:tavLst>
                                    </p:anim>
                                    <p:anim calcmode="lin" valueType="num">
                                      <p:cBhvr>
                                        <p:cTn id="190" dur="450" decel="100000" fill="hold"/>
                                        <p:tgtEl>
                                          <p:spTgt spid="40"/>
                                        </p:tgtEl>
                                        <p:attrNameLst>
                                          <p:attrName>ppt_h</p:attrName>
                                        </p:attrNameLst>
                                      </p:cBhvr>
                                      <p:tavLst>
                                        <p:tav tm="0">
                                          <p:val>
                                            <p:fltVal val="0"/>
                                          </p:val>
                                        </p:tav>
                                        <p:tav tm="100000">
                                          <p:val>
                                            <p:strVal val="#ppt_h"/>
                                          </p:val>
                                        </p:tav>
                                      </p:tavLst>
                                    </p:anim>
                                    <p:animEffect transition="in" filter="fade">
                                      <p:cBhvr>
                                        <p:cTn id="191" dur="450"/>
                                        <p:tgtEl>
                                          <p:spTgt spid="40"/>
                                        </p:tgtEl>
                                      </p:cBhvr>
                                    </p:animEffect>
                                  </p:childTnLst>
                                </p:cTn>
                              </p:par>
                              <p:par>
                                <p:cTn id="192" presetID="53" presetClass="entr" presetSubtype="16" fill="hold" nodeType="withEffect">
                                  <p:stCondLst>
                                    <p:cond delay="66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450" decel="100000" fill="hold"/>
                                        <p:tgtEl>
                                          <p:spTgt spid="41"/>
                                        </p:tgtEl>
                                        <p:attrNameLst>
                                          <p:attrName>ppt_w</p:attrName>
                                        </p:attrNameLst>
                                      </p:cBhvr>
                                      <p:tavLst>
                                        <p:tav tm="0">
                                          <p:val>
                                            <p:fltVal val="0"/>
                                          </p:val>
                                        </p:tav>
                                        <p:tav tm="100000">
                                          <p:val>
                                            <p:strVal val="#ppt_w"/>
                                          </p:val>
                                        </p:tav>
                                      </p:tavLst>
                                    </p:anim>
                                    <p:anim calcmode="lin" valueType="num">
                                      <p:cBhvr>
                                        <p:cTn id="195" dur="450" decel="100000" fill="hold"/>
                                        <p:tgtEl>
                                          <p:spTgt spid="41"/>
                                        </p:tgtEl>
                                        <p:attrNameLst>
                                          <p:attrName>ppt_h</p:attrName>
                                        </p:attrNameLst>
                                      </p:cBhvr>
                                      <p:tavLst>
                                        <p:tav tm="0">
                                          <p:val>
                                            <p:fltVal val="0"/>
                                          </p:val>
                                        </p:tav>
                                        <p:tav tm="100000">
                                          <p:val>
                                            <p:strVal val="#ppt_h"/>
                                          </p:val>
                                        </p:tav>
                                      </p:tavLst>
                                    </p:anim>
                                    <p:animEffect transition="in" filter="fade">
                                      <p:cBhvr>
                                        <p:cTn id="196" dur="450"/>
                                        <p:tgtEl>
                                          <p:spTgt spid="41"/>
                                        </p:tgtEl>
                                      </p:cBhvr>
                                    </p:animEffect>
                                  </p:childTnLst>
                                </p:cTn>
                              </p:par>
                              <p:par>
                                <p:cTn id="197" presetID="53" presetClass="entr" presetSubtype="16" fill="hold" nodeType="withEffect">
                                  <p:stCondLst>
                                    <p:cond delay="77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450" decel="100000" fill="hold"/>
                                        <p:tgtEl>
                                          <p:spTgt spid="42"/>
                                        </p:tgtEl>
                                        <p:attrNameLst>
                                          <p:attrName>ppt_w</p:attrName>
                                        </p:attrNameLst>
                                      </p:cBhvr>
                                      <p:tavLst>
                                        <p:tav tm="0">
                                          <p:val>
                                            <p:fltVal val="0"/>
                                          </p:val>
                                        </p:tav>
                                        <p:tav tm="100000">
                                          <p:val>
                                            <p:strVal val="#ppt_w"/>
                                          </p:val>
                                        </p:tav>
                                      </p:tavLst>
                                    </p:anim>
                                    <p:anim calcmode="lin" valueType="num">
                                      <p:cBhvr>
                                        <p:cTn id="200" dur="450" decel="100000" fill="hold"/>
                                        <p:tgtEl>
                                          <p:spTgt spid="42"/>
                                        </p:tgtEl>
                                        <p:attrNameLst>
                                          <p:attrName>ppt_h</p:attrName>
                                        </p:attrNameLst>
                                      </p:cBhvr>
                                      <p:tavLst>
                                        <p:tav tm="0">
                                          <p:val>
                                            <p:fltVal val="0"/>
                                          </p:val>
                                        </p:tav>
                                        <p:tav tm="100000">
                                          <p:val>
                                            <p:strVal val="#ppt_h"/>
                                          </p:val>
                                        </p:tav>
                                      </p:tavLst>
                                    </p:anim>
                                    <p:animEffect transition="in" filter="fade">
                                      <p:cBhvr>
                                        <p:cTn id="201" dur="450"/>
                                        <p:tgtEl>
                                          <p:spTgt spid="42"/>
                                        </p:tgtEl>
                                      </p:cBhvr>
                                    </p:animEffect>
                                  </p:childTnLst>
                                </p:cTn>
                              </p:par>
                              <p:par>
                                <p:cTn id="202" presetID="53" presetClass="entr" presetSubtype="16" fill="hold" nodeType="withEffect">
                                  <p:stCondLst>
                                    <p:cond delay="88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450" decel="100000" fill="hold"/>
                                        <p:tgtEl>
                                          <p:spTgt spid="43"/>
                                        </p:tgtEl>
                                        <p:attrNameLst>
                                          <p:attrName>ppt_w</p:attrName>
                                        </p:attrNameLst>
                                      </p:cBhvr>
                                      <p:tavLst>
                                        <p:tav tm="0">
                                          <p:val>
                                            <p:fltVal val="0"/>
                                          </p:val>
                                        </p:tav>
                                        <p:tav tm="100000">
                                          <p:val>
                                            <p:strVal val="#ppt_w"/>
                                          </p:val>
                                        </p:tav>
                                      </p:tavLst>
                                    </p:anim>
                                    <p:anim calcmode="lin" valueType="num">
                                      <p:cBhvr>
                                        <p:cTn id="205" dur="450" decel="100000" fill="hold"/>
                                        <p:tgtEl>
                                          <p:spTgt spid="43"/>
                                        </p:tgtEl>
                                        <p:attrNameLst>
                                          <p:attrName>ppt_h</p:attrName>
                                        </p:attrNameLst>
                                      </p:cBhvr>
                                      <p:tavLst>
                                        <p:tav tm="0">
                                          <p:val>
                                            <p:fltVal val="0"/>
                                          </p:val>
                                        </p:tav>
                                        <p:tav tm="100000">
                                          <p:val>
                                            <p:strVal val="#ppt_h"/>
                                          </p:val>
                                        </p:tav>
                                      </p:tavLst>
                                    </p:anim>
                                    <p:animEffect transition="in" filter="fade">
                                      <p:cBhvr>
                                        <p:cTn id="206" dur="450"/>
                                        <p:tgtEl>
                                          <p:spTgt spid="43"/>
                                        </p:tgtEl>
                                      </p:cBhvr>
                                    </p:animEffect>
                                  </p:childTnLst>
                                </p:cTn>
                              </p:par>
                              <p:par>
                                <p:cTn id="207" presetID="53" presetClass="entr" presetSubtype="16" fill="hold" nodeType="withEffect">
                                  <p:stCondLst>
                                    <p:cond delay="990"/>
                                  </p:stCondLst>
                                  <p:childTnLst>
                                    <p:set>
                                      <p:cBhvr>
                                        <p:cTn id="208" dur="1" fill="hold">
                                          <p:stCondLst>
                                            <p:cond delay="0"/>
                                          </p:stCondLst>
                                        </p:cTn>
                                        <p:tgtEl>
                                          <p:spTgt spid="44"/>
                                        </p:tgtEl>
                                        <p:attrNameLst>
                                          <p:attrName>style.visibility</p:attrName>
                                        </p:attrNameLst>
                                      </p:cBhvr>
                                      <p:to>
                                        <p:strVal val="visible"/>
                                      </p:to>
                                    </p:set>
                                    <p:anim calcmode="lin" valueType="num">
                                      <p:cBhvr>
                                        <p:cTn id="209" dur="450" decel="100000" fill="hold"/>
                                        <p:tgtEl>
                                          <p:spTgt spid="44"/>
                                        </p:tgtEl>
                                        <p:attrNameLst>
                                          <p:attrName>ppt_w</p:attrName>
                                        </p:attrNameLst>
                                      </p:cBhvr>
                                      <p:tavLst>
                                        <p:tav tm="0">
                                          <p:val>
                                            <p:fltVal val="0"/>
                                          </p:val>
                                        </p:tav>
                                        <p:tav tm="100000">
                                          <p:val>
                                            <p:strVal val="#ppt_w"/>
                                          </p:val>
                                        </p:tav>
                                      </p:tavLst>
                                    </p:anim>
                                    <p:anim calcmode="lin" valueType="num">
                                      <p:cBhvr>
                                        <p:cTn id="210" dur="450" decel="100000" fill="hold"/>
                                        <p:tgtEl>
                                          <p:spTgt spid="44"/>
                                        </p:tgtEl>
                                        <p:attrNameLst>
                                          <p:attrName>ppt_h</p:attrName>
                                        </p:attrNameLst>
                                      </p:cBhvr>
                                      <p:tavLst>
                                        <p:tav tm="0">
                                          <p:val>
                                            <p:fltVal val="0"/>
                                          </p:val>
                                        </p:tav>
                                        <p:tav tm="100000">
                                          <p:val>
                                            <p:strVal val="#ppt_h"/>
                                          </p:val>
                                        </p:tav>
                                      </p:tavLst>
                                    </p:anim>
                                    <p:animEffect transition="in" filter="fade">
                                      <p:cBhvr>
                                        <p:cTn id="211" dur="450"/>
                                        <p:tgtEl>
                                          <p:spTgt spid="44"/>
                                        </p:tgtEl>
                                      </p:cBhvr>
                                    </p:animEffect>
                                  </p:childTnLst>
                                </p:cTn>
                              </p:par>
                              <p:par>
                                <p:cTn id="212" presetID="53" presetClass="entr" presetSubtype="16" fill="hold" nodeType="withEffect">
                                  <p:stCondLst>
                                    <p:cond delay="1100"/>
                                  </p:stCondLst>
                                  <p:childTnLst>
                                    <p:set>
                                      <p:cBhvr>
                                        <p:cTn id="213" dur="1" fill="hold">
                                          <p:stCondLst>
                                            <p:cond delay="0"/>
                                          </p:stCondLst>
                                        </p:cTn>
                                        <p:tgtEl>
                                          <p:spTgt spid="45"/>
                                        </p:tgtEl>
                                        <p:attrNameLst>
                                          <p:attrName>style.visibility</p:attrName>
                                        </p:attrNameLst>
                                      </p:cBhvr>
                                      <p:to>
                                        <p:strVal val="visible"/>
                                      </p:to>
                                    </p:set>
                                    <p:anim calcmode="lin" valueType="num">
                                      <p:cBhvr>
                                        <p:cTn id="214" dur="450" decel="100000" fill="hold"/>
                                        <p:tgtEl>
                                          <p:spTgt spid="45"/>
                                        </p:tgtEl>
                                        <p:attrNameLst>
                                          <p:attrName>ppt_w</p:attrName>
                                        </p:attrNameLst>
                                      </p:cBhvr>
                                      <p:tavLst>
                                        <p:tav tm="0">
                                          <p:val>
                                            <p:fltVal val="0"/>
                                          </p:val>
                                        </p:tav>
                                        <p:tav tm="100000">
                                          <p:val>
                                            <p:strVal val="#ppt_w"/>
                                          </p:val>
                                        </p:tav>
                                      </p:tavLst>
                                    </p:anim>
                                    <p:anim calcmode="lin" valueType="num">
                                      <p:cBhvr>
                                        <p:cTn id="215" dur="450" decel="100000" fill="hold"/>
                                        <p:tgtEl>
                                          <p:spTgt spid="45"/>
                                        </p:tgtEl>
                                        <p:attrNameLst>
                                          <p:attrName>ppt_h</p:attrName>
                                        </p:attrNameLst>
                                      </p:cBhvr>
                                      <p:tavLst>
                                        <p:tav tm="0">
                                          <p:val>
                                            <p:fltVal val="0"/>
                                          </p:val>
                                        </p:tav>
                                        <p:tav tm="100000">
                                          <p:val>
                                            <p:strVal val="#ppt_h"/>
                                          </p:val>
                                        </p:tav>
                                      </p:tavLst>
                                    </p:anim>
                                    <p:animEffect transition="in" filter="fade">
                                      <p:cBhvr>
                                        <p:cTn id="216"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Materi yang Perlu Dimuat dalam RUU Profesi Kurator</a:t>
            </a:r>
            <a:endParaRPr lang="en-US" sz="2800" dirty="0"/>
          </a:p>
        </p:txBody>
      </p:sp>
      <p:sp>
        <p:nvSpPr>
          <p:cNvPr id="4" name="!!card0"/>
          <p:cNvSpPr/>
          <p:nvPr/>
        </p:nvSpPr>
        <p:spPr>
          <a:xfrm>
            <a:off x="45720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5" name="g2_01"/>
          <p:cNvSpPr/>
          <p:nvPr/>
        </p:nvSpPr>
        <p:spPr>
          <a:xfrm>
            <a:off x="64008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6" name="g2_02"/>
          <p:cNvSpPr txBox="1"/>
          <p:nvPr/>
        </p:nvSpPr>
        <p:spPr>
          <a:xfrm>
            <a:off x="80467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Penegasan Peran BHP</a:t>
            </a:r>
            <a:endParaRPr lang="en-US" sz="1300" dirty="0"/>
          </a:p>
          <a:p>
            <a:pPr marL="0" indent="0">
              <a:buNone/>
            </a:pPr>
            <a:r>
              <a:rPr lang="en-US" sz="1050" i="1" dirty="0">
                <a:solidFill>
                  <a:srgbClr val="E8CB80"/>
                </a:solidFill>
              </a:rPr>
              <a:t>menjawab Pertanyaan 2 dan 3</a:t>
            </a:r>
            <a:endParaRPr lang="en-US" sz="1300" dirty="0"/>
          </a:p>
        </p:txBody>
      </p:sp>
      <p:sp>
        <p:nvSpPr>
          <p:cNvPr id="7" name="g2_03"/>
          <p:cNvSpPr txBox="1"/>
          <p:nvPr/>
        </p:nvSpPr>
        <p:spPr>
          <a:xfrm>
            <a:off x="6223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BHP adalah kurator negara dan pengurus negara; kewenangannya dari undang-undang, tanpa izin atau pendaftaran.</a:t>
            </a:r>
            <a:endParaRPr lang="en-US" sz="1200" dirty="0"/>
          </a:p>
          <a:p>
            <a:pPr marL="152400" indent="-152400">
              <a:spcAft>
                <a:spcPts val="300"/>
              </a:spcAft>
              <a:buSzPct val="100000"/>
              <a:buChar char="■"/>
            </a:pPr>
            <a:r>
              <a:rPr lang="en-US" sz="1200" dirty="0">
                <a:solidFill>
                  <a:srgbClr val="2B2B2B"/>
                </a:solidFill>
              </a:rPr>
              <a:t>Pengadilan wajib mengangkat BHP bila debitor meninggal tanpa ahli waris atau hartanya tak terurus, tidak diketahui keberadaannya, ahli waris masih anak atau dalam pengampuan, permohonan diajukan pekerja, atau perkara kehilangan kurator.</a:t>
            </a:r>
            <a:endParaRPr lang="en-US" sz="1200" dirty="0"/>
          </a:p>
          <a:p>
            <a:pPr marL="152400" indent="-152400">
              <a:spcAft>
                <a:spcPts val="300"/>
              </a:spcAft>
              <a:buSzPct val="100000"/>
              <a:buChar char="■"/>
            </a:pPr>
            <a:r>
              <a:rPr lang="en-US" sz="1200" dirty="0">
                <a:solidFill>
                  <a:srgbClr val="2B2B2B"/>
                </a:solidFill>
              </a:rPr>
              <a:t>Di luar itu pemohon bebas memilih; rincian di RUU Kepailitan dan PKPU.</a:t>
            </a:r>
            <a:endParaRPr lang="en-US" sz="1200" dirty="0"/>
          </a:p>
        </p:txBody>
      </p:sp>
      <p:sp>
        <p:nvSpPr>
          <p:cNvPr id="8" name="g2_04"/>
          <p:cNvSpPr/>
          <p:nvPr/>
        </p:nvSpPr>
        <p:spPr>
          <a:xfrm>
            <a:off x="59436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9" name="g2_05"/>
          <p:cNvSpPr txBox="1"/>
          <p:nvPr/>
        </p:nvSpPr>
        <p:spPr>
          <a:xfrm>
            <a:off x="70408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15 ayat (2) UU 37/2004 membuka pintu BHP hanya bila tidak ada usulan kurator; Pasal 1127 KUHPerdata sudah mewajibkan BHP mengurus harta tak terurus.</a:t>
            </a:r>
            <a:endParaRPr lang="en-US" sz="1100" dirty="0"/>
          </a:p>
        </p:txBody>
      </p:sp>
      <p:sp>
        <p:nvSpPr>
          <p:cNvPr id="10" name="!!card1"/>
          <p:cNvSpPr/>
          <p:nvPr/>
        </p:nvSpPr>
        <p:spPr>
          <a:xfrm>
            <a:off x="427482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1" name="g3_06"/>
          <p:cNvSpPr/>
          <p:nvPr/>
        </p:nvSpPr>
        <p:spPr>
          <a:xfrm>
            <a:off x="445770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2" name="g3_07"/>
          <p:cNvSpPr txBox="1"/>
          <p:nvPr/>
        </p:nvSpPr>
        <p:spPr>
          <a:xfrm>
            <a:off x="462229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Peningkatan Kualitas Profesi</a:t>
            </a:r>
            <a:endParaRPr lang="en-US" sz="1300" dirty="0"/>
          </a:p>
          <a:p>
            <a:pPr marL="0" indent="0">
              <a:buNone/>
            </a:pPr>
            <a:r>
              <a:rPr lang="en-US" sz="1050" i="1" dirty="0">
                <a:solidFill>
                  <a:srgbClr val="E8CB80"/>
                </a:solidFill>
              </a:rPr>
              <a:t>menjawab Pertanyaan 1 dan 2</a:t>
            </a:r>
            <a:endParaRPr lang="en-US" sz="1300" dirty="0"/>
          </a:p>
        </p:txBody>
      </p:sp>
      <p:sp>
        <p:nvSpPr>
          <p:cNvPr id="13" name="g3_08"/>
          <p:cNvSpPr txBox="1"/>
          <p:nvPr/>
        </p:nvSpPr>
        <p:spPr>
          <a:xfrm>
            <a:off x="44450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Satu standar profesi dan kode etik bagi BHP dan kurator perseorangan.</a:t>
            </a:r>
            <a:endParaRPr lang="en-US" sz="1200" dirty="0"/>
          </a:p>
          <a:p>
            <a:pPr marL="152400" indent="-152400">
              <a:spcAft>
                <a:spcPts val="300"/>
              </a:spcAft>
              <a:buSzPct val="100000"/>
              <a:buChar char="■"/>
            </a:pPr>
            <a:r>
              <a:rPr lang="en-US" sz="1200" dirty="0">
                <a:solidFill>
                  <a:srgbClr val="2B2B2B"/>
                </a:solidFill>
              </a:rPr>
              <a:t>Tugas kurator BHP dijalankan pejabat fungsional Kurator Keperdataan dengan kompetensi yang sama.</a:t>
            </a:r>
            <a:endParaRPr lang="en-US" sz="1200" dirty="0"/>
          </a:p>
          <a:p>
            <a:pPr marL="152400" indent="-152400">
              <a:spcAft>
                <a:spcPts val="300"/>
              </a:spcAft>
              <a:buSzPct val="100000"/>
              <a:buChar char="■"/>
            </a:pPr>
            <a:r>
              <a:rPr lang="en-US" sz="1200" dirty="0">
                <a:solidFill>
                  <a:srgbClr val="2B2B2B"/>
                </a:solidFill>
              </a:rPr>
              <a:t>Data kurator aktif dan beban perkaranya dikelola Kementerian, dapat diperiksa pengadilan.</a:t>
            </a:r>
            <a:endParaRPr lang="en-US" sz="1200" dirty="0"/>
          </a:p>
          <a:p>
            <a:pPr marL="152400" indent="-152400">
              <a:spcAft>
                <a:spcPts val="300"/>
              </a:spcAft>
              <a:buSzPct val="100000"/>
              <a:buChar char="■"/>
            </a:pPr>
            <a:r>
              <a:rPr lang="en-US" sz="1200" dirty="0">
                <a:solidFill>
                  <a:srgbClr val="2B2B2B"/>
                </a:solidFill>
              </a:rPr>
              <a:t>Pembinaan BHP tetap oleh Kementerian.</a:t>
            </a:r>
            <a:endParaRPr lang="en-US" sz="1200" dirty="0"/>
          </a:p>
        </p:txBody>
      </p:sp>
      <p:sp>
        <p:nvSpPr>
          <p:cNvPr id="14" name="g3_09"/>
          <p:cNvSpPr/>
          <p:nvPr/>
        </p:nvSpPr>
        <p:spPr>
          <a:xfrm>
            <a:off x="441198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15" name="g3_10"/>
          <p:cNvSpPr txBox="1"/>
          <p:nvPr/>
        </p:nvSpPr>
        <p:spPr>
          <a:xfrm>
            <a:off x="452170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TOR Komisi XIII mencatat standar profesi yang terfragmentasi; kini BHP dan kurator perseorangan diukur dengan aturan yang berbeda.</a:t>
            </a:r>
            <a:endParaRPr lang="en-US" sz="1100" dirty="0"/>
          </a:p>
        </p:txBody>
      </p:sp>
      <p:sp>
        <p:nvSpPr>
          <p:cNvPr id="16" name="!!card2"/>
          <p:cNvSpPr/>
          <p:nvPr/>
        </p:nvSpPr>
        <p:spPr>
          <a:xfrm>
            <a:off x="809244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7" name="g4_11"/>
          <p:cNvSpPr/>
          <p:nvPr/>
        </p:nvSpPr>
        <p:spPr>
          <a:xfrm>
            <a:off x="827532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8" name="g4_12"/>
          <p:cNvSpPr txBox="1"/>
          <p:nvPr/>
        </p:nvSpPr>
        <p:spPr>
          <a:xfrm>
            <a:off x="843991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Pengawasan dan Pertanggungjawaban</a:t>
            </a:r>
            <a:endParaRPr lang="en-US" sz="1300" dirty="0"/>
          </a:p>
          <a:p>
            <a:pPr marL="0" indent="0">
              <a:buNone/>
            </a:pPr>
            <a:r>
              <a:rPr lang="en-US" sz="1050" i="1" dirty="0">
                <a:solidFill>
                  <a:srgbClr val="E8CB80"/>
                </a:solidFill>
              </a:rPr>
              <a:t>menjawab Pertanyaan 1 dan 2</a:t>
            </a:r>
            <a:endParaRPr lang="en-US" sz="1300" dirty="0"/>
          </a:p>
        </p:txBody>
      </p:sp>
      <p:sp>
        <p:nvSpPr>
          <p:cNvPr id="19" name="g4_13"/>
          <p:cNvSpPr txBox="1"/>
          <p:nvPr/>
        </p:nvSpPr>
        <p:spPr>
          <a:xfrm>
            <a:off x="82677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Hakim Pengawas mengawasi pengurusan dan pemberesan oleh setiap kurator, baik BHP maupun kurator perseorangan.</a:t>
            </a:r>
            <a:endParaRPr lang="en-US" sz="1200" dirty="0"/>
          </a:p>
          <a:p>
            <a:pPr marL="152400" indent="-152400">
              <a:spcAft>
                <a:spcPts val="300"/>
              </a:spcAft>
              <a:buSzPct val="100000"/>
              <a:buChar char="■"/>
            </a:pPr>
            <a:r>
              <a:rPr lang="en-US" sz="1200" dirty="0">
                <a:solidFill>
                  <a:srgbClr val="2B2B2B"/>
                </a:solidFill>
              </a:rPr>
              <a:t>Tugas bersama: pembagian tugas, tanggung jawab, dan imbalan ditetapkan sejak rapat kreditor pertama; bagian BHP menjadi PNBP.</a:t>
            </a:r>
            <a:endParaRPr lang="en-US" sz="1200" dirty="0"/>
          </a:p>
          <a:p>
            <a:pPr marL="152400" indent="-152400">
              <a:spcAft>
                <a:spcPts val="300"/>
              </a:spcAft>
              <a:buSzPct val="100000"/>
              <a:buChar char="■"/>
            </a:pPr>
            <a:r>
              <a:rPr lang="en-US" sz="1200" dirty="0">
                <a:solidFill>
                  <a:srgbClr val="2B2B2B"/>
                </a:solidFill>
              </a:rPr>
              <a:t>Serah terima wajib saat kurator atau pejabat BHP berganti dan saat PKPU berakhir pailit.</a:t>
            </a:r>
            <a:endParaRPr lang="en-US" sz="1200" dirty="0"/>
          </a:p>
          <a:p>
            <a:pPr marL="152400" indent="-152400">
              <a:spcAft>
                <a:spcPts val="300"/>
              </a:spcAft>
              <a:buSzPct val="100000"/>
              <a:buChar char="■"/>
            </a:pPr>
            <a:r>
              <a:rPr lang="en-US" sz="1200" dirty="0">
                <a:solidFill>
                  <a:srgbClr val="2B2B2B"/>
                </a:solidFill>
              </a:rPr>
              <a:t>Tugas keperdataan dan tugas kurator BHP dijalankan pejabat berbeda.</a:t>
            </a:r>
            <a:endParaRPr lang="en-US" sz="1200" dirty="0"/>
          </a:p>
        </p:txBody>
      </p:sp>
      <p:sp>
        <p:nvSpPr>
          <p:cNvPr id="20" name="g4_14"/>
          <p:cNvSpPr/>
          <p:nvPr/>
        </p:nvSpPr>
        <p:spPr>
          <a:xfrm>
            <a:off x="822960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21" name="g4_15"/>
          <p:cNvSpPr txBox="1"/>
          <p:nvPr/>
        </p:nvSpPr>
        <p:spPr>
          <a:xfrm>
            <a:off x="833932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65 dan 73 UU 37/2004: Hakim Pengawas mengawasi, tetapi tanggung jawab antarkurator dalam tugas bersama belum dibagi.</a:t>
            </a:r>
            <a:endParaRPr lang="en-US" sz="1100" dirty="0"/>
          </a:p>
        </p:txBody>
      </p:sp>
      <p:sp>
        <p:nvSpPr>
          <p:cNvPr id="22" name="!!band"/>
          <p:cNvSpPr/>
          <p:nvPr/>
        </p:nvSpPr>
        <p:spPr>
          <a:xfrm>
            <a:off x="457200" y="5511800"/>
            <a:ext cx="11274552" cy="838200"/>
          </a:xfrm>
          <a:prstGeom prst="roundRect">
            <a:avLst>
              <a:gd name="adj" fmla="val 10204"/>
            </a:avLst>
          </a:prstGeom>
          <a:solidFill>
            <a:srgbClr val="7A1F2B"/>
          </a:solidFill>
          <a:ln w="12700">
            <a:solidFill>
              <a:srgbClr val="7A1F2B"/>
            </a:solidFill>
            <a:prstDash val="solid"/>
          </a:ln>
        </p:spPr>
        <p:txBody>
          <a:bodyPr/>
          <a:lstStyle/>
          <a:p>
            <a:endParaRPr lang="id-ID"/>
          </a:p>
        </p:txBody>
      </p:sp>
      <p:sp>
        <p:nvSpPr>
          <p:cNvPr id="23" name="g5_16"/>
          <p:cNvSpPr txBox="1"/>
          <p:nvPr/>
        </p:nvSpPr>
        <p:spPr>
          <a:xfrm>
            <a:off x="640080" y="5511800"/>
            <a:ext cx="1417320" cy="838200"/>
          </a:xfrm>
          <a:prstGeom prst="rect">
            <a:avLst/>
          </a:prstGeom>
          <a:noFill/>
          <a:ln/>
        </p:spPr>
        <p:txBody>
          <a:bodyPr wrap="square" lIns="0" tIns="0" rIns="0" bIns="0" rtlCol="0" anchor="ctr"/>
          <a:lstStyle/>
          <a:p>
            <a:pPr marL="0" indent="0">
              <a:buNone/>
            </a:pPr>
            <a:r>
              <a:rPr lang="en-US" sz="1150" b="1" kern="0" spc="100" dirty="0">
                <a:solidFill>
                  <a:srgbClr val="E8CB80"/>
                </a:solidFill>
              </a:rPr>
              <a:t>KOORDINASI</a:t>
            </a:r>
            <a:endParaRPr lang="en-US" sz="1150" dirty="0"/>
          </a:p>
          <a:p>
            <a:pPr marL="0" indent="0">
              <a:buNone/>
            </a:pPr>
            <a:r>
              <a:rPr lang="en-US" sz="1150" b="1" kern="0" spc="100" dirty="0">
                <a:solidFill>
                  <a:srgbClr val="E8CB80"/>
                </a:solidFill>
              </a:rPr>
              <a:t>ANTARLEMBAGA</a:t>
            </a:r>
            <a:endParaRPr lang="en-US" sz="1150" dirty="0"/>
          </a:p>
        </p:txBody>
      </p:sp>
      <p:pic>
        <p:nvPicPr>
          <p:cNvPr id="24" name="g5_17" descr="preencoded.png"/>
          <p:cNvPicPr>
            <a:picLocks noChangeAspect="1"/>
          </p:cNvPicPr>
          <p:nvPr/>
        </p:nvPicPr>
        <p:blipFill>
          <a:blip r:embed="rId3"/>
          <a:stretch>
            <a:fillRect/>
          </a:stretch>
        </p:blipFill>
        <p:spPr>
          <a:xfrm>
            <a:off x="2148840" y="5676900"/>
            <a:ext cx="329184" cy="329184"/>
          </a:xfrm>
          <a:prstGeom prst="rect">
            <a:avLst/>
          </a:prstGeom>
        </p:spPr>
      </p:pic>
      <p:sp>
        <p:nvSpPr>
          <p:cNvPr id="25" name="g5_18"/>
          <p:cNvSpPr txBox="1"/>
          <p:nvPr/>
        </p:nvSpPr>
        <p:spPr>
          <a:xfrm>
            <a:off x="256032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Kementerian</a:t>
            </a:r>
            <a:endParaRPr lang="en-US" sz="1050" dirty="0"/>
          </a:p>
          <a:p>
            <a:pPr marL="0" indent="0">
              <a:buNone/>
            </a:pPr>
            <a:r>
              <a:rPr lang="en-US" sz="1050" dirty="0">
                <a:solidFill>
                  <a:srgbClr val="F1DCDF"/>
                </a:solidFill>
              </a:rPr>
              <a:t>membina BHP dan mengelola data kurator</a:t>
            </a:r>
            <a:endParaRPr lang="en-US" sz="1050" dirty="0"/>
          </a:p>
        </p:txBody>
      </p:sp>
      <p:pic>
        <p:nvPicPr>
          <p:cNvPr id="26" name="g5_19" descr="preencoded.png"/>
          <p:cNvPicPr>
            <a:picLocks noChangeAspect="1"/>
          </p:cNvPicPr>
          <p:nvPr/>
        </p:nvPicPr>
        <p:blipFill>
          <a:blip r:embed="rId4"/>
          <a:stretch>
            <a:fillRect/>
          </a:stretch>
        </p:blipFill>
        <p:spPr>
          <a:xfrm>
            <a:off x="4037990" y="5676900"/>
            <a:ext cx="329184" cy="329184"/>
          </a:xfrm>
          <a:prstGeom prst="rect">
            <a:avLst/>
          </a:prstGeom>
        </p:spPr>
      </p:pic>
      <p:sp>
        <p:nvSpPr>
          <p:cNvPr id="27" name="g5_20"/>
          <p:cNvSpPr txBox="1"/>
          <p:nvPr/>
        </p:nvSpPr>
        <p:spPr>
          <a:xfrm>
            <a:off x="444947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Hakim Pengawas</a:t>
            </a:r>
            <a:endParaRPr lang="en-US" sz="1050" dirty="0"/>
          </a:p>
          <a:p>
            <a:pPr marL="0" indent="0">
              <a:buNone/>
            </a:pPr>
            <a:r>
              <a:rPr lang="en-US" sz="1050" dirty="0">
                <a:solidFill>
                  <a:srgbClr val="F1DCDF"/>
                </a:solidFill>
              </a:rPr>
              <a:t>mengawasi tiap perkara</a:t>
            </a:r>
            <a:endParaRPr lang="en-US" sz="1050" dirty="0"/>
          </a:p>
        </p:txBody>
      </p:sp>
      <p:pic>
        <p:nvPicPr>
          <p:cNvPr id="28" name="g5_21" descr="preencoded.png"/>
          <p:cNvPicPr>
            <a:picLocks noChangeAspect="1"/>
          </p:cNvPicPr>
          <p:nvPr/>
        </p:nvPicPr>
        <p:blipFill>
          <a:blip r:embed="rId5"/>
          <a:stretch>
            <a:fillRect/>
          </a:stretch>
        </p:blipFill>
        <p:spPr>
          <a:xfrm>
            <a:off x="5927141" y="5676900"/>
            <a:ext cx="329184" cy="329184"/>
          </a:xfrm>
          <a:prstGeom prst="rect">
            <a:avLst/>
          </a:prstGeom>
        </p:spPr>
      </p:pic>
      <p:sp>
        <p:nvSpPr>
          <p:cNvPr id="29" name="g5_22"/>
          <p:cNvSpPr txBox="1"/>
          <p:nvPr/>
        </p:nvSpPr>
        <p:spPr>
          <a:xfrm>
            <a:off x="633862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Organisasi profesi</a:t>
            </a:r>
            <a:endParaRPr lang="en-US" sz="1050" dirty="0"/>
          </a:p>
          <a:p>
            <a:pPr marL="0" indent="0">
              <a:buNone/>
            </a:pPr>
            <a:r>
              <a:rPr lang="en-US" sz="1050" dirty="0">
                <a:solidFill>
                  <a:srgbClr val="F1DCDF"/>
                </a:solidFill>
              </a:rPr>
              <a:t>menegakkan etik kurator perseorangan</a:t>
            </a:r>
            <a:endParaRPr lang="en-US" sz="1050" dirty="0"/>
          </a:p>
        </p:txBody>
      </p:sp>
      <p:pic>
        <p:nvPicPr>
          <p:cNvPr id="30" name="g5_23" descr="preencoded.png"/>
          <p:cNvPicPr>
            <a:picLocks noChangeAspect="1"/>
          </p:cNvPicPr>
          <p:nvPr/>
        </p:nvPicPr>
        <p:blipFill>
          <a:blip r:embed="rId6"/>
          <a:stretch>
            <a:fillRect/>
          </a:stretch>
        </p:blipFill>
        <p:spPr>
          <a:xfrm>
            <a:off x="7816291" y="5676900"/>
            <a:ext cx="329184" cy="329184"/>
          </a:xfrm>
          <a:prstGeom prst="rect">
            <a:avLst/>
          </a:prstGeom>
        </p:spPr>
      </p:pic>
      <p:sp>
        <p:nvSpPr>
          <p:cNvPr id="31" name="g5_24"/>
          <p:cNvSpPr txBox="1"/>
          <p:nvPr/>
        </p:nvSpPr>
        <p:spPr>
          <a:xfrm>
            <a:off x="822777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Pengadilan</a:t>
            </a:r>
            <a:endParaRPr lang="en-US" sz="1050" dirty="0"/>
          </a:p>
          <a:p>
            <a:pPr marL="0" indent="0">
              <a:buNone/>
            </a:pPr>
            <a:r>
              <a:rPr lang="en-US" sz="1050" dirty="0">
                <a:solidFill>
                  <a:srgbClr val="F1DCDF"/>
                </a:solidFill>
              </a:rPr>
              <a:t>mengangkat kurator dan menyampaikan putusan</a:t>
            </a:r>
            <a:endParaRPr lang="en-US" sz="1050" dirty="0"/>
          </a:p>
        </p:txBody>
      </p:sp>
      <p:pic>
        <p:nvPicPr>
          <p:cNvPr id="32" name="g5_25" descr="preencoded.png"/>
          <p:cNvPicPr>
            <a:picLocks noChangeAspect="1"/>
          </p:cNvPicPr>
          <p:nvPr/>
        </p:nvPicPr>
        <p:blipFill>
          <a:blip r:embed="rId7"/>
          <a:stretch>
            <a:fillRect/>
          </a:stretch>
        </p:blipFill>
        <p:spPr>
          <a:xfrm>
            <a:off x="9705442" y="5676900"/>
            <a:ext cx="329184" cy="329184"/>
          </a:xfrm>
          <a:prstGeom prst="rect">
            <a:avLst/>
          </a:prstGeom>
        </p:spPr>
      </p:pic>
      <p:sp>
        <p:nvSpPr>
          <p:cNvPr id="33" name="g5_26"/>
          <p:cNvSpPr txBox="1"/>
          <p:nvPr/>
        </p:nvSpPr>
        <p:spPr>
          <a:xfrm>
            <a:off x="10116922"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BHP dan BPN daerah</a:t>
            </a:r>
            <a:endParaRPr lang="en-US" sz="1050" dirty="0"/>
          </a:p>
          <a:p>
            <a:pPr marL="0" indent="0">
              <a:buNone/>
            </a:pPr>
            <a:r>
              <a:rPr lang="en-US" sz="1050" dirty="0">
                <a:solidFill>
                  <a:srgbClr val="F1DCDF"/>
                </a:solidFill>
              </a:rPr>
              <a:t>amankan aset, cegah sertifikat ganda</a:t>
            </a:r>
            <a:endParaRPr lang="en-US" sz="1050" dirty="0"/>
          </a:p>
        </p:txBody>
      </p:sp>
      <p:sp>
        <p:nvSpPr>
          <p:cNvPr id="34" name="link_data_ring">
            <a:hlinkClick r:id="rId8"/>
            <a:hlinkHover r:id="rId8"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8"/>
            <a:hlinkHover r:id="rId8"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8"/>
            <a:hlinkHover r:id="rId8"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p:cNvPicPr>
            <a:picLocks noChangeAspect="1"/>
          </p:cNvPicPr>
          <p:nvPr/>
        </p:nvPicPr>
        <p:blipFill>
          <a:blip r:embed="rId9"/>
          <a:stretch>
            <a:fillRect/>
          </a:stretch>
        </p:blipFill>
        <p:spPr>
          <a:xfrm>
            <a:off x="9400032" y="410464"/>
            <a:ext cx="201168" cy="201168"/>
          </a:xfrm>
          <a:prstGeom prst="rect">
            <a:avLst/>
          </a:prstGeom>
        </p:spPr>
      </p:pic>
      <p:sp>
        <p:nvSpPr>
          <p:cNvPr id="38" name="link_data_t">
            <a:hlinkClick r:id="rId8"/>
            <a:hlinkHover r:id="rId8"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8"/>
            <a:hlinkHover r:id="rId8" highlightClick="1"/>
          </p:cNvPr>
          <p:cNvSpPr txBox="1"/>
          <p:nvPr/>
        </p:nvSpPr>
        <p:spPr>
          <a:xfrm>
            <a:off x="9893300" y="838200"/>
            <a:ext cx="1905000" cy="50800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264681890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p:cTn id="23" dur="450" decel="100000" fill="hold"/>
                                        <p:tgtEl>
                                          <p:spTgt spid="5"/>
                                        </p:tgtEl>
                                        <p:attrNameLst>
                                          <p:attrName>ppt_w</p:attrName>
                                        </p:attrNameLst>
                                      </p:cBhvr>
                                      <p:tavLst>
                                        <p:tav tm="0">
                                          <p:val>
                                            <p:fltVal val="0"/>
                                          </p:val>
                                        </p:tav>
                                        <p:tav tm="100000">
                                          <p:val>
                                            <p:strVal val="#ppt_w"/>
                                          </p:val>
                                        </p:tav>
                                      </p:tavLst>
                                    </p:anim>
                                    <p:anim calcmode="lin" valueType="num">
                                      <p:cBhvr>
                                        <p:cTn id="24" dur="450" decel="100000" fill="hold"/>
                                        <p:tgtEl>
                                          <p:spTgt spid="5"/>
                                        </p:tgtEl>
                                        <p:attrNameLst>
                                          <p:attrName>ppt_h</p:attrName>
                                        </p:attrNameLst>
                                      </p:cBhvr>
                                      <p:tavLst>
                                        <p:tav tm="0">
                                          <p:val>
                                            <p:fltVal val="0"/>
                                          </p:val>
                                        </p:tav>
                                        <p:tav tm="100000">
                                          <p:val>
                                            <p:strVal val="#ppt_h"/>
                                          </p:val>
                                        </p:tav>
                                      </p:tavLst>
                                    </p:anim>
                                    <p:animEffect transition="in" filter="fade">
                                      <p:cBhvr>
                                        <p:cTn id="25" dur="450"/>
                                        <p:tgtEl>
                                          <p:spTgt spid="5"/>
                                        </p:tgtEl>
                                      </p:cBhvr>
                                    </p:animEffect>
                                  </p:childTnLst>
                                </p:cTn>
                              </p:par>
                              <p:par>
                                <p:cTn id="26" presetID="53" presetClass="entr" presetSubtype="16" fill="hold" nodeType="withEffect">
                                  <p:stCondLst>
                                    <p:cond delay="11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22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33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44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p:cTn id="50" dur="450" decel="100000" fill="hold"/>
                                        <p:tgtEl>
                                          <p:spTgt spid="11"/>
                                        </p:tgtEl>
                                        <p:attrNameLst>
                                          <p:attrName>ppt_w</p:attrName>
                                        </p:attrNameLst>
                                      </p:cBhvr>
                                      <p:tavLst>
                                        <p:tav tm="0">
                                          <p:val>
                                            <p:fltVal val="0"/>
                                          </p:val>
                                        </p:tav>
                                        <p:tav tm="100000">
                                          <p:val>
                                            <p:strVal val="#ppt_w"/>
                                          </p:val>
                                        </p:tav>
                                      </p:tavLst>
                                    </p:anim>
                                    <p:anim calcmode="lin" valueType="num">
                                      <p:cBhvr>
                                        <p:cTn id="51" dur="450" decel="100000" fill="hold"/>
                                        <p:tgtEl>
                                          <p:spTgt spid="11"/>
                                        </p:tgtEl>
                                        <p:attrNameLst>
                                          <p:attrName>ppt_h</p:attrName>
                                        </p:attrNameLst>
                                      </p:cBhvr>
                                      <p:tavLst>
                                        <p:tav tm="0">
                                          <p:val>
                                            <p:fltVal val="0"/>
                                          </p:val>
                                        </p:tav>
                                        <p:tav tm="100000">
                                          <p:val>
                                            <p:strVal val="#ppt_h"/>
                                          </p:val>
                                        </p:tav>
                                      </p:tavLst>
                                    </p:anim>
                                    <p:animEffect transition="in" filter="fade">
                                      <p:cBhvr>
                                        <p:cTn id="52" dur="450"/>
                                        <p:tgtEl>
                                          <p:spTgt spid="11"/>
                                        </p:tgtEl>
                                      </p:cBhvr>
                                    </p:animEffect>
                                  </p:childTnLst>
                                </p:cTn>
                              </p:par>
                              <p:par>
                                <p:cTn id="53" presetID="53" presetClass="entr" presetSubtype="16" fill="hold" nodeType="withEffect">
                                  <p:stCondLst>
                                    <p:cond delay="110"/>
                                  </p:stCondLst>
                                  <p:childTnLst>
                                    <p:set>
                                      <p:cBhvr>
                                        <p:cTn id="54" dur="1" fill="hold">
                                          <p:stCondLst>
                                            <p:cond delay="0"/>
                                          </p:stCondLst>
                                        </p:cTn>
                                        <p:tgtEl>
                                          <p:spTgt spid="12"/>
                                        </p:tgtEl>
                                        <p:attrNameLst>
                                          <p:attrName>style.visibility</p:attrName>
                                        </p:attrNameLst>
                                      </p:cBhvr>
                                      <p:to>
                                        <p:strVal val="visible"/>
                                      </p:to>
                                    </p:set>
                                    <p:anim calcmode="lin" valueType="num">
                                      <p:cBhvr>
                                        <p:cTn id="55" dur="450" decel="100000" fill="hold"/>
                                        <p:tgtEl>
                                          <p:spTgt spid="12"/>
                                        </p:tgtEl>
                                        <p:attrNameLst>
                                          <p:attrName>ppt_w</p:attrName>
                                        </p:attrNameLst>
                                      </p:cBhvr>
                                      <p:tavLst>
                                        <p:tav tm="0">
                                          <p:val>
                                            <p:fltVal val="0"/>
                                          </p:val>
                                        </p:tav>
                                        <p:tav tm="100000">
                                          <p:val>
                                            <p:strVal val="#ppt_w"/>
                                          </p:val>
                                        </p:tav>
                                      </p:tavLst>
                                    </p:anim>
                                    <p:anim calcmode="lin" valueType="num">
                                      <p:cBhvr>
                                        <p:cTn id="56" dur="450" decel="100000" fill="hold"/>
                                        <p:tgtEl>
                                          <p:spTgt spid="12"/>
                                        </p:tgtEl>
                                        <p:attrNameLst>
                                          <p:attrName>ppt_h</p:attrName>
                                        </p:attrNameLst>
                                      </p:cBhvr>
                                      <p:tavLst>
                                        <p:tav tm="0">
                                          <p:val>
                                            <p:fltVal val="0"/>
                                          </p:val>
                                        </p:tav>
                                        <p:tav tm="100000">
                                          <p:val>
                                            <p:strVal val="#ppt_h"/>
                                          </p:val>
                                        </p:tav>
                                      </p:tavLst>
                                    </p:anim>
                                    <p:animEffect transition="in" filter="fade">
                                      <p:cBhvr>
                                        <p:cTn id="57" dur="450"/>
                                        <p:tgtEl>
                                          <p:spTgt spid="12"/>
                                        </p:tgtEl>
                                      </p:cBhvr>
                                    </p:animEffect>
                                  </p:childTnLst>
                                </p:cTn>
                              </p:par>
                              <p:par>
                                <p:cTn id="58" presetID="53" presetClass="entr" presetSubtype="16" fill="hold" nodeType="withEffect">
                                  <p:stCondLst>
                                    <p:cond delay="220"/>
                                  </p:stCondLst>
                                  <p:childTnLst>
                                    <p:set>
                                      <p:cBhvr>
                                        <p:cTn id="59" dur="1" fill="hold">
                                          <p:stCondLst>
                                            <p:cond delay="0"/>
                                          </p:stCondLst>
                                        </p:cTn>
                                        <p:tgtEl>
                                          <p:spTgt spid="13"/>
                                        </p:tgtEl>
                                        <p:attrNameLst>
                                          <p:attrName>style.visibility</p:attrName>
                                        </p:attrNameLst>
                                      </p:cBhvr>
                                      <p:to>
                                        <p:strVal val="visible"/>
                                      </p:to>
                                    </p:set>
                                    <p:anim calcmode="lin" valueType="num">
                                      <p:cBhvr>
                                        <p:cTn id="60" dur="450" decel="100000" fill="hold"/>
                                        <p:tgtEl>
                                          <p:spTgt spid="13"/>
                                        </p:tgtEl>
                                        <p:attrNameLst>
                                          <p:attrName>ppt_w</p:attrName>
                                        </p:attrNameLst>
                                      </p:cBhvr>
                                      <p:tavLst>
                                        <p:tav tm="0">
                                          <p:val>
                                            <p:fltVal val="0"/>
                                          </p:val>
                                        </p:tav>
                                        <p:tav tm="100000">
                                          <p:val>
                                            <p:strVal val="#ppt_w"/>
                                          </p:val>
                                        </p:tav>
                                      </p:tavLst>
                                    </p:anim>
                                    <p:anim calcmode="lin" valueType="num">
                                      <p:cBhvr>
                                        <p:cTn id="61" dur="450" decel="100000" fill="hold"/>
                                        <p:tgtEl>
                                          <p:spTgt spid="13"/>
                                        </p:tgtEl>
                                        <p:attrNameLst>
                                          <p:attrName>ppt_h</p:attrName>
                                        </p:attrNameLst>
                                      </p:cBhvr>
                                      <p:tavLst>
                                        <p:tav tm="0">
                                          <p:val>
                                            <p:fltVal val="0"/>
                                          </p:val>
                                        </p:tav>
                                        <p:tav tm="100000">
                                          <p:val>
                                            <p:strVal val="#ppt_h"/>
                                          </p:val>
                                        </p:tav>
                                      </p:tavLst>
                                    </p:anim>
                                    <p:animEffect transition="in" filter="fade">
                                      <p:cBhvr>
                                        <p:cTn id="62" dur="450"/>
                                        <p:tgtEl>
                                          <p:spTgt spid="13"/>
                                        </p:tgtEl>
                                      </p:cBhvr>
                                    </p:animEffect>
                                  </p:childTnLst>
                                </p:cTn>
                              </p:par>
                              <p:par>
                                <p:cTn id="63" presetID="53" presetClass="entr" presetSubtype="16" fill="hold" nodeType="withEffect">
                                  <p:stCondLst>
                                    <p:cond delay="33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44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450" decel="100000" fill="hold"/>
                                        <p:tgtEl>
                                          <p:spTgt spid="17"/>
                                        </p:tgtEl>
                                        <p:attrNameLst>
                                          <p:attrName>ppt_w</p:attrName>
                                        </p:attrNameLst>
                                      </p:cBhvr>
                                      <p:tavLst>
                                        <p:tav tm="0">
                                          <p:val>
                                            <p:fltVal val="0"/>
                                          </p:val>
                                        </p:tav>
                                        <p:tav tm="100000">
                                          <p:val>
                                            <p:strVal val="#ppt_w"/>
                                          </p:val>
                                        </p:tav>
                                      </p:tavLst>
                                    </p:anim>
                                    <p:anim calcmode="lin" valueType="num">
                                      <p:cBhvr>
                                        <p:cTn id="78" dur="450" decel="10000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nodeType="withEffect">
                                  <p:stCondLst>
                                    <p:cond delay="110"/>
                                  </p:stCondLst>
                                  <p:childTnLst>
                                    <p:set>
                                      <p:cBhvr>
                                        <p:cTn id="81" dur="1" fill="hold">
                                          <p:stCondLst>
                                            <p:cond delay="0"/>
                                          </p:stCondLst>
                                        </p:cTn>
                                        <p:tgtEl>
                                          <p:spTgt spid="18"/>
                                        </p:tgtEl>
                                        <p:attrNameLst>
                                          <p:attrName>style.visibility</p:attrName>
                                        </p:attrNameLst>
                                      </p:cBhvr>
                                      <p:to>
                                        <p:strVal val="visible"/>
                                      </p:to>
                                    </p:set>
                                    <p:anim calcmode="lin" valueType="num">
                                      <p:cBhvr>
                                        <p:cTn id="82" dur="450" decel="100000" fill="hold"/>
                                        <p:tgtEl>
                                          <p:spTgt spid="18"/>
                                        </p:tgtEl>
                                        <p:attrNameLst>
                                          <p:attrName>ppt_w</p:attrName>
                                        </p:attrNameLst>
                                      </p:cBhvr>
                                      <p:tavLst>
                                        <p:tav tm="0">
                                          <p:val>
                                            <p:fltVal val="0"/>
                                          </p:val>
                                        </p:tav>
                                        <p:tav tm="100000">
                                          <p:val>
                                            <p:strVal val="#ppt_w"/>
                                          </p:val>
                                        </p:tav>
                                      </p:tavLst>
                                    </p:anim>
                                    <p:anim calcmode="lin" valueType="num">
                                      <p:cBhvr>
                                        <p:cTn id="83" dur="450" decel="10000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par>
                                <p:cTn id="85" presetID="53" presetClass="entr" presetSubtype="16" fill="hold" nodeType="withEffect">
                                  <p:stCondLst>
                                    <p:cond delay="220"/>
                                  </p:stCondLst>
                                  <p:childTnLst>
                                    <p:set>
                                      <p:cBhvr>
                                        <p:cTn id="86" dur="1" fill="hold">
                                          <p:stCondLst>
                                            <p:cond delay="0"/>
                                          </p:stCondLst>
                                        </p:cTn>
                                        <p:tgtEl>
                                          <p:spTgt spid="19"/>
                                        </p:tgtEl>
                                        <p:attrNameLst>
                                          <p:attrName>style.visibility</p:attrName>
                                        </p:attrNameLst>
                                      </p:cBhvr>
                                      <p:to>
                                        <p:strVal val="visible"/>
                                      </p:to>
                                    </p:set>
                                    <p:anim calcmode="lin" valueType="num">
                                      <p:cBhvr>
                                        <p:cTn id="87" dur="450" decel="100000" fill="hold"/>
                                        <p:tgtEl>
                                          <p:spTgt spid="19"/>
                                        </p:tgtEl>
                                        <p:attrNameLst>
                                          <p:attrName>ppt_w</p:attrName>
                                        </p:attrNameLst>
                                      </p:cBhvr>
                                      <p:tavLst>
                                        <p:tav tm="0">
                                          <p:val>
                                            <p:fltVal val="0"/>
                                          </p:val>
                                        </p:tav>
                                        <p:tav tm="100000">
                                          <p:val>
                                            <p:strVal val="#ppt_w"/>
                                          </p:val>
                                        </p:tav>
                                      </p:tavLst>
                                    </p:anim>
                                    <p:anim calcmode="lin" valueType="num">
                                      <p:cBhvr>
                                        <p:cTn id="88" dur="450" decel="100000" fill="hold"/>
                                        <p:tgtEl>
                                          <p:spTgt spid="19"/>
                                        </p:tgtEl>
                                        <p:attrNameLst>
                                          <p:attrName>ppt_h</p:attrName>
                                        </p:attrNameLst>
                                      </p:cBhvr>
                                      <p:tavLst>
                                        <p:tav tm="0">
                                          <p:val>
                                            <p:fltVal val="0"/>
                                          </p:val>
                                        </p:tav>
                                        <p:tav tm="100000">
                                          <p:val>
                                            <p:strVal val="#ppt_h"/>
                                          </p:val>
                                        </p:tav>
                                      </p:tavLst>
                                    </p:anim>
                                    <p:animEffect transition="in" filter="fade">
                                      <p:cBhvr>
                                        <p:cTn id="89" dur="450"/>
                                        <p:tgtEl>
                                          <p:spTgt spid="19"/>
                                        </p:tgtEl>
                                      </p:cBhvr>
                                    </p:animEffect>
                                  </p:childTnLst>
                                </p:cTn>
                              </p:par>
                              <p:par>
                                <p:cTn id="90" presetID="53" presetClass="entr" presetSubtype="16" fill="hold" nodeType="withEffect">
                                  <p:stCondLst>
                                    <p:cond delay="330"/>
                                  </p:stCondLst>
                                  <p:childTnLst>
                                    <p:set>
                                      <p:cBhvr>
                                        <p:cTn id="91" dur="1" fill="hold">
                                          <p:stCondLst>
                                            <p:cond delay="0"/>
                                          </p:stCondLst>
                                        </p:cTn>
                                        <p:tgtEl>
                                          <p:spTgt spid="20"/>
                                        </p:tgtEl>
                                        <p:attrNameLst>
                                          <p:attrName>style.visibility</p:attrName>
                                        </p:attrNameLst>
                                      </p:cBhvr>
                                      <p:to>
                                        <p:strVal val="visible"/>
                                      </p:to>
                                    </p:set>
                                    <p:anim calcmode="lin" valueType="num">
                                      <p:cBhvr>
                                        <p:cTn id="92" dur="450" decel="100000" fill="hold"/>
                                        <p:tgtEl>
                                          <p:spTgt spid="20"/>
                                        </p:tgtEl>
                                        <p:attrNameLst>
                                          <p:attrName>ppt_w</p:attrName>
                                        </p:attrNameLst>
                                      </p:cBhvr>
                                      <p:tavLst>
                                        <p:tav tm="0">
                                          <p:val>
                                            <p:fltVal val="0"/>
                                          </p:val>
                                        </p:tav>
                                        <p:tav tm="100000">
                                          <p:val>
                                            <p:strVal val="#ppt_w"/>
                                          </p:val>
                                        </p:tav>
                                      </p:tavLst>
                                    </p:anim>
                                    <p:anim calcmode="lin" valueType="num">
                                      <p:cBhvr>
                                        <p:cTn id="93" dur="450" decel="100000" fill="hold"/>
                                        <p:tgtEl>
                                          <p:spTgt spid="20"/>
                                        </p:tgtEl>
                                        <p:attrNameLst>
                                          <p:attrName>ppt_h</p:attrName>
                                        </p:attrNameLst>
                                      </p:cBhvr>
                                      <p:tavLst>
                                        <p:tav tm="0">
                                          <p:val>
                                            <p:fltVal val="0"/>
                                          </p:val>
                                        </p:tav>
                                        <p:tav tm="100000">
                                          <p:val>
                                            <p:strVal val="#ppt_h"/>
                                          </p:val>
                                        </p:tav>
                                      </p:tavLst>
                                    </p:anim>
                                    <p:animEffect transition="in" filter="fade">
                                      <p:cBhvr>
                                        <p:cTn id="94" dur="450"/>
                                        <p:tgtEl>
                                          <p:spTgt spid="20"/>
                                        </p:tgtEl>
                                      </p:cBhvr>
                                    </p:animEffect>
                                  </p:childTnLst>
                                </p:cTn>
                              </p:par>
                              <p:par>
                                <p:cTn id="95" presetID="53" presetClass="entr" presetSubtype="16" fill="hold" nodeType="withEffect">
                                  <p:stCondLst>
                                    <p:cond delay="440"/>
                                  </p:stCondLst>
                                  <p:childTnLst>
                                    <p:set>
                                      <p:cBhvr>
                                        <p:cTn id="96" dur="1" fill="hold">
                                          <p:stCondLst>
                                            <p:cond delay="0"/>
                                          </p:stCondLst>
                                        </p:cTn>
                                        <p:tgtEl>
                                          <p:spTgt spid="21"/>
                                        </p:tgtEl>
                                        <p:attrNameLst>
                                          <p:attrName>style.visibility</p:attrName>
                                        </p:attrNameLst>
                                      </p:cBhvr>
                                      <p:to>
                                        <p:strVal val="visible"/>
                                      </p:to>
                                    </p:set>
                                    <p:anim calcmode="lin" valueType="num">
                                      <p:cBhvr>
                                        <p:cTn id="97" dur="450" decel="100000" fill="hold"/>
                                        <p:tgtEl>
                                          <p:spTgt spid="21"/>
                                        </p:tgtEl>
                                        <p:attrNameLst>
                                          <p:attrName>ppt_w</p:attrName>
                                        </p:attrNameLst>
                                      </p:cBhvr>
                                      <p:tavLst>
                                        <p:tav tm="0">
                                          <p:val>
                                            <p:fltVal val="0"/>
                                          </p:val>
                                        </p:tav>
                                        <p:tav tm="100000">
                                          <p:val>
                                            <p:strVal val="#ppt_w"/>
                                          </p:val>
                                        </p:tav>
                                      </p:tavLst>
                                    </p:anim>
                                    <p:anim calcmode="lin" valueType="num">
                                      <p:cBhvr>
                                        <p:cTn id="98" dur="450" decel="100000" fill="hold"/>
                                        <p:tgtEl>
                                          <p:spTgt spid="21"/>
                                        </p:tgtEl>
                                        <p:attrNameLst>
                                          <p:attrName>ppt_h</p:attrName>
                                        </p:attrNameLst>
                                      </p:cBhvr>
                                      <p:tavLst>
                                        <p:tav tm="0">
                                          <p:val>
                                            <p:fltVal val="0"/>
                                          </p:val>
                                        </p:tav>
                                        <p:tav tm="100000">
                                          <p:val>
                                            <p:strVal val="#ppt_h"/>
                                          </p:val>
                                        </p:tav>
                                      </p:tavLst>
                                    </p:anim>
                                    <p:animEffect transition="in" filter="fade">
                                      <p:cBhvr>
                                        <p:cTn id="99" dur="450"/>
                                        <p:tgtEl>
                                          <p:spTgt spid="21"/>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nodeType="clickEffect">
                                  <p:stCondLst>
                                    <p:cond delay="0"/>
                                  </p:stCondLst>
                                  <p:childTnLst>
                                    <p:set>
                                      <p:cBhvr>
                                        <p:cTn id="103" dur="1" fill="hold">
                                          <p:stCondLst>
                                            <p:cond delay="0"/>
                                          </p:stCondLst>
                                        </p:cTn>
                                        <p:tgtEl>
                                          <p:spTgt spid="23"/>
                                        </p:tgtEl>
                                        <p:attrNameLst>
                                          <p:attrName>style.visibility</p:attrName>
                                        </p:attrNameLst>
                                      </p:cBhvr>
                                      <p:to>
                                        <p:strVal val="visible"/>
                                      </p:to>
                                    </p:set>
                                    <p:anim calcmode="lin" valueType="num">
                                      <p:cBhvr>
                                        <p:cTn id="104" dur="450" decel="100000" fill="hold"/>
                                        <p:tgtEl>
                                          <p:spTgt spid="23"/>
                                        </p:tgtEl>
                                        <p:attrNameLst>
                                          <p:attrName>ppt_w</p:attrName>
                                        </p:attrNameLst>
                                      </p:cBhvr>
                                      <p:tavLst>
                                        <p:tav tm="0">
                                          <p:val>
                                            <p:fltVal val="0"/>
                                          </p:val>
                                        </p:tav>
                                        <p:tav tm="100000">
                                          <p:val>
                                            <p:strVal val="#ppt_w"/>
                                          </p:val>
                                        </p:tav>
                                      </p:tavLst>
                                    </p:anim>
                                    <p:anim calcmode="lin" valueType="num">
                                      <p:cBhvr>
                                        <p:cTn id="105" dur="450" decel="100000" fill="hold"/>
                                        <p:tgtEl>
                                          <p:spTgt spid="23"/>
                                        </p:tgtEl>
                                        <p:attrNameLst>
                                          <p:attrName>ppt_h</p:attrName>
                                        </p:attrNameLst>
                                      </p:cBhvr>
                                      <p:tavLst>
                                        <p:tav tm="0">
                                          <p:val>
                                            <p:fltVal val="0"/>
                                          </p:val>
                                        </p:tav>
                                        <p:tav tm="100000">
                                          <p:val>
                                            <p:strVal val="#ppt_h"/>
                                          </p:val>
                                        </p:tav>
                                      </p:tavLst>
                                    </p:anim>
                                    <p:animEffect transition="in" filter="fade">
                                      <p:cBhvr>
                                        <p:cTn id="106" dur="450"/>
                                        <p:tgtEl>
                                          <p:spTgt spid="23"/>
                                        </p:tgtEl>
                                      </p:cBhvr>
                                    </p:animEffect>
                                  </p:childTnLst>
                                </p:cTn>
                              </p:par>
                              <p:par>
                                <p:cTn id="107" presetID="53" presetClass="entr" presetSubtype="16" fill="hold" nodeType="withEffect">
                                  <p:stCondLst>
                                    <p:cond delay="110"/>
                                  </p:stCondLst>
                                  <p:childTnLst>
                                    <p:set>
                                      <p:cBhvr>
                                        <p:cTn id="108" dur="1" fill="hold">
                                          <p:stCondLst>
                                            <p:cond delay="0"/>
                                          </p:stCondLst>
                                        </p:cTn>
                                        <p:tgtEl>
                                          <p:spTgt spid="24"/>
                                        </p:tgtEl>
                                        <p:attrNameLst>
                                          <p:attrName>style.visibility</p:attrName>
                                        </p:attrNameLst>
                                      </p:cBhvr>
                                      <p:to>
                                        <p:strVal val="visible"/>
                                      </p:to>
                                    </p:set>
                                    <p:anim calcmode="lin" valueType="num">
                                      <p:cBhvr>
                                        <p:cTn id="109" dur="450" decel="100000" fill="hold"/>
                                        <p:tgtEl>
                                          <p:spTgt spid="24"/>
                                        </p:tgtEl>
                                        <p:attrNameLst>
                                          <p:attrName>ppt_w</p:attrName>
                                        </p:attrNameLst>
                                      </p:cBhvr>
                                      <p:tavLst>
                                        <p:tav tm="0">
                                          <p:val>
                                            <p:fltVal val="0"/>
                                          </p:val>
                                        </p:tav>
                                        <p:tav tm="100000">
                                          <p:val>
                                            <p:strVal val="#ppt_w"/>
                                          </p:val>
                                        </p:tav>
                                      </p:tavLst>
                                    </p:anim>
                                    <p:anim calcmode="lin" valueType="num">
                                      <p:cBhvr>
                                        <p:cTn id="110" dur="450" decel="100000" fill="hold"/>
                                        <p:tgtEl>
                                          <p:spTgt spid="24"/>
                                        </p:tgtEl>
                                        <p:attrNameLst>
                                          <p:attrName>ppt_h</p:attrName>
                                        </p:attrNameLst>
                                      </p:cBhvr>
                                      <p:tavLst>
                                        <p:tav tm="0">
                                          <p:val>
                                            <p:fltVal val="0"/>
                                          </p:val>
                                        </p:tav>
                                        <p:tav tm="100000">
                                          <p:val>
                                            <p:strVal val="#ppt_h"/>
                                          </p:val>
                                        </p:tav>
                                      </p:tavLst>
                                    </p:anim>
                                    <p:animEffect transition="in" filter="fade">
                                      <p:cBhvr>
                                        <p:cTn id="111" dur="450"/>
                                        <p:tgtEl>
                                          <p:spTgt spid="24"/>
                                        </p:tgtEl>
                                      </p:cBhvr>
                                    </p:animEffect>
                                  </p:childTnLst>
                                </p:cTn>
                              </p:par>
                              <p:par>
                                <p:cTn id="112" presetID="53" presetClass="entr" presetSubtype="16" fill="hold" nodeType="withEffect">
                                  <p:stCondLst>
                                    <p:cond delay="22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450" decel="100000" fill="hold"/>
                                        <p:tgtEl>
                                          <p:spTgt spid="25"/>
                                        </p:tgtEl>
                                        <p:attrNameLst>
                                          <p:attrName>ppt_w</p:attrName>
                                        </p:attrNameLst>
                                      </p:cBhvr>
                                      <p:tavLst>
                                        <p:tav tm="0">
                                          <p:val>
                                            <p:fltVal val="0"/>
                                          </p:val>
                                        </p:tav>
                                        <p:tav tm="100000">
                                          <p:val>
                                            <p:strVal val="#ppt_w"/>
                                          </p:val>
                                        </p:tav>
                                      </p:tavLst>
                                    </p:anim>
                                    <p:anim calcmode="lin" valueType="num">
                                      <p:cBhvr>
                                        <p:cTn id="115" dur="450" decel="100000" fill="hold"/>
                                        <p:tgtEl>
                                          <p:spTgt spid="25"/>
                                        </p:tgtEl>
                                        <p:attrNameLst>
                                          <p:attrName>ppt_h</p:attrName>
                                        </p:attrNameLst>
                                      </p:cBhvr>
                                      <p:tavLst>
                                        <p:tav tm="0">
                                          <p:val>
                                            <p:fltVal val="0"/>
                                          </p:val>
                                        </p:tav>
                                        <p:tav tm="100000">
                                          <p:val>
                                            <p:strVal val="#ppt_h"/>
                                          </p:val>
                                        </p:tav>
                                      </p:tavLst>
                                    </p:anim>
                                    <p:animEffect transition="in" filter="fade">
                                      <p:cBhvr>
                                        <p:cTn id="116" dur="450"/>
                                        <p:tgtEl>
                                          <p:spTgt spid="25"/>
                                        </p:tgtEl>
                                      </p:cBhvr>
                                    </p:animEffect>
                                  </p:childTnLst>
                                </p:cTn>
                              </p:par>
                              <p:par>
                                <p:cTn id="117" presetID="53" presetClass="entr" presetSubtype="16" fill="hold" nodeType="withEffect">
                                  <p:stCondLst>
                                    <p:cond delay="33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450" decel="100000" fill="hold"/>
                                        <p:tgtEl>
                                          <p:spTgt spid="26"/>
                                        </p:tgtEl>
                                        <p:attrNameLst>
                                          <p:attrName>ppt_w</p:attrName>
                                        </p:attrNameLst>
                                      </p:cBhvr>
                                      <p:tavLst>
                                        <p:tav tm="0">
                                          <p:val>
                                            <p:fltVal val="0"/>
                                          </p:val>
                                        </p:tav>
                                        <p:tav tm="100000">
                                          <p:val>
                                            <p:strVal val="#ppt_w"/>
                                          </p:val>
                                        </p:tav>
                                      </p:tavLst>
                                    </p:anim>
                                    <p:anim calcmode="lin" valueType="num">
                                      <p:cBhvr>
                                        <p:cTn id="120" dur="450" decel="100000" fill="hold"/>
                                        <p:tgtEl>
                                          <p:spTgt spid="26"/>
                                        </p:tgtEl>
                                        <p:attrNameLst>
                                          <p:attrName>ppt_h</p:attrName>
                                        </p:attrNameLst>
                                      </p:cBhvr>
                                      <p:tavLst>
                                        <p:tav tm="0">
                                          <p:val>
                                            <p:fltVal val="0"/>
                                          </p:val>
                                        </p:tav>
                                        <p:tav tm="100000">
                                          <p:val>
                                            <p:strVal val="#ppt_h"/>
                                          </p:val>
                                        </p:tav>
                                      </p:tavLst>
                                    </p:anim>
                                    <p:animEffect transition="in" filter="fade">
                                      <p:cBhvr>
                                        <p:cTn id="121" dur="450"/>
                                        <p:tgtEl>
                                          <p:spTgt spid="26"/>
                                        </p:tgtEl>
                                      </p:cBhvr>
                                    </p:animEffect>
                                  </p:childTnLst>
                                </p:cTn>
                              </p:par>
                              <p:par>
                                <p:cTn id="122" presetID="53" presetClass="entr" presetSubtype="16" fill="hold" nodeType="withEffect">
                                  <p:stCondLst>
                                    <p:cond delay="44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450" decel="100000" fill="hold"/>
                                        <p:tgtEl>
                                          <p:spTgt spid="27"/>
                                        </p:tgtEl>
                                        <p:attrNameLst>
                                          <p:attrName>ppt_w</p:attrName>
                                        </p:attrNameLst>
                                      </p:cBhvr>
                                      <p:tavLst>
                                        <p:tav tm="0">
                                          <p:val>
                                            <p:fltVal val="0"/>
                                          </p:val>
                                        </p:tav>
                                        <p:tav tm="100000">
                                          <p:val>
                                            <p:strVal val="#ppt_w"/>
                                          </p:val>
                                        </p:tav>
                                      </p:tavLst>
                                    </p:anim>
                                    <p:anim calcmode="lin" valueType="num">
                                      <p:cBhvr>
                                        <p:cTn id="125" dur="450" decel="100000" fill="hold"/>
                                        <p:tgtEl>
                                          <p:spTgt spid="27"/>
                                        </p:tgtEl>
                                        <p:attrNameLst>
                                          <p:attrName>ppt_h</p:attrName>
                                        </p:attrNameLst>
                                      </p:cBhvr>
                                      <p:tavLst>
                                        <p:tav tm="0">
                                          <p:val>
                                            <p:fltVal val="0"/>
                                          </p:val>
                                        </p:tav>
                                        <p:tav tm="100000">
                                          <p:val>
                                            <p:strVal val="#ppt_h"/>
                                          </p:val>
                                        </p:tav>
                                      </p:tavLst>
                                    </p:anim>
                                    <p:animEffect transition="in" filter="fade">
                                      <p:cBhvr>
                                        <p:cTn id="126" dur="450"/>
                                        <p:tgtEl>
                                          <p:spTgt spid="27"/>
                                        </p:tgtEl>
                                      </p:cBhvr>
                                    </p:animEffect>
                                  </p:childTnLst>
                                </p:cTn>
                              </p:par>
                              <p:par>
                                <p:cTn id="127" presetID="53" presetClass="entr" presetSubtype="16" fill="hold" nodeType="withEffect">
                                  <p:stCondLst>
                                    <p:cond delay="55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450" decel="100000" fill="hold"/>
                                        <p:tgtEl>
                                          <p:spTgt spid="28"/>
                                        </p:tgtEl>
                                        <p:attrNameLst>
                                          <p:attrName>ppt_w</p:attrName>
                                        </p:attrNameLst>
                                      </p:cBhvr>
                                      <p:tavLst>
                                        <p:tav tm="0">
                                          <p:val>
                                            <p:fltVal val="0"/>
                                          </p:val>
                                        </p:tav>
                                        <p:tav tm="100000">
                                          <p:val>
                                            <p:strVal val="#ppt_w"/>
                                          </p:val>
                                        </p:tav>
                                      </p:tavLst>
                                    </p:anim>
                                    <p:anim calcmode="lin" valueType="num">
                                      <p:cBhvr>
                                        <p:cTn id="130" dur="450" decel="100000" fill="hold"/>
                                        <p:tgtEl>
                                          <p:spTgt spid="28"/>
                                        </p:tgtEl>
                                        <p:attrNameLst>
                                          <p:attrName>ppt_h</p:attrName>
                                        </p:attrNameLst>
                                      </p:cBhvr>
                                      <p:tavLst>
                                        <p:tav tm="0">
                                          <p:val>
                                            <p:fltVal val="0"/>
                                          </p:val>
                                        </p:tav>
                                        <p:tav tm="100000">
                                          <p:val>
                                            <p:strVal val="#ppt_h"/>
                                          </p:val>
                                        </p:tav>
                                      </p:tavLst>
                                    </p:anim>
                                    <p:animEffect transition="in" filter="fade">
                                      <p:cBhvr>
                                        <p:cTn id="131" dur="450"/>
                                        <p:tgtEl>
                                          <p:spTgt spid="28"/>
                                        </p:tgtEl>
                                      </p:cBhvr>
                                    </p:animEffect>
                                  </p:childTnLst>
                                </p:cTn>
                              </p:par>
                              <p:par>
                                <p:cTn id="132" presetID="53" presetClass="entr" presetSubtype="16" fill="hold" nodeType="withEffect">
                                  <p:stCondLst>
                                    <p:cond delay="66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450" decel="100000" fill="hold"/>
                                        <p:tgtEl>
                                          <p:spTgt spid="29"/>
                                        </p:tgtEl>
                                        <p:attrNameLst>
                                          <p:attrName>ppt_w</p:attrName>
                                        </p:attrNameLst>
                                      </p:cBhvr>
                                      <p:tavLst>
                                        <p:tav tm="0">
                                          <p:val>
                                            <p:fltVal val="0"/>
                                          </p:val>
                                        </p:tav>
                                        <p:tav tm="100000">
                                          <p:val>
                                            <p:strVal val="#ppt_w"/>
                                          </p:val>
                                        </p:tav>
                                      </p:tavLst>
                                    </p:anim>
                                    <p:anim calcmode="lin" valueType="num">
                                      <p:cBhvr>
                                        <p:cTn id="135" dur="450" decel="100000" fill="hold"/>
                                        <p:tgtEl>
                                          <p:spTgt spid="29"/>
                                        </p:tgtEl>
                                        <p:attrNameLst>
                                          <p:attrName>ppt_h</p:attrName>
                                        </p:attrNameLst>
                                      </p:cBhvr>
                                      <p:tavLst>
                                        <p:tav tm="0">
                                          <p:val>
                                            <p:fltVal val="0"/>
                                          </p:val>
                                        </p:tav>
                                        <p:tav tm="100000">
                                          <p:val>
                                            <p:strVal val="#ppt_h"/>
                                          </p:val>
                                        </p:tav>
                                      </p:tavLst>
                                    </p:anim>
                                    <p:animEffect transition="in" filter="fade">
                                      <p:cBhvr>
                                        <p:cTn id="136" dur="450"/>
                                        <p:tgtEl>
                                          <p:spTgt spid="29"/>
                                        </p:tgtEl>
                                      </p:cBhvr>
                                    </p:animEffect>
                                  </p:childTnLst>
                                </p:cTn>
                              </p:par>
                              <p:par>
                                <p:cTn id="137" presetID="53" presetClass="entr" presetSubtype="16" fill="hold" nodeType="withEffect">
                                  <p:stCondLst>
                                    <p:cond delay="77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450" decel="100000" fill="hold"/>
                                        <p:tgtEl>
                                          <p:spTgt spid="30"/>
                                        </p:tgtEl>
                                        <p:attrNameLst>
                                          <p:attrName>ppt_w</p:attrName>
                                        </p:attrNameLst>
                                      </p:cBhvr>
                                      <p:tavLst>
                                        <p:tav tm="0">
                                          <p:val>
                                            <p:fltVal val="0"/>
                                          </p:val>
                                        </p:tav>
                                        <p:tav tm="100000">
                                          <p:val>
                                            <p:strVal val="#ppt_w"/>
                                          </p:val>
                                        </p:tav>
                                      </p:tavLst>
                                    </p:anim>
                                    <p:anim calcmode="lin" valueType="num">
                                      <p:cBhvr>
                                        <p:cTn id="140" dur="450" decel="100000" fill="hold"/>
                                        <p:tgtEl>
                                          <p:spTgt spid="30"/>
                                        </p:tgtEl>
                                        <p:attrNameLst>
                                          <p:attrName>ppt_h</p:attrName>
                                        </p:attrNameLst>
                                      </p:cBhvr>
                                      <p:tavLst>
                                        <p:tav tm="0">
                                          <p:val>
                                            <p:fltVal val="0"/>
                                          </p:val>
                                        </p:tav>
                                        <p:tav tm="100000">
                                          <p:val>
                                            <p:strVal val="#ppt_h"/>
                                          </p:val>
                                        </p:tav>
                                      </p:tavLst>
                                    </p:anim>
                                    <p:animEffect transition="in" filter="fade">
                                      <p:cBhvr>
                                        <p:cTn id="141" dur="450"/>
                                        <p:tgtEl>
                                          <p:spTgt spid="30"/>
                                        </p:tgtEl>
                                      </p:cBhvr>
                                    </p:animEffect>
                                  </p:childTnLst>
                                </p:cTn>
                              </p:par>
                              <p:par>
                                <p:cTn id="142" presetID="53" presetClass="entr" presetSubtype="16" fill="hold" nodeType="withEffect">
                                  <p:stCondLst>
                                    <p:cond delay="88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450" decel="100000" fill="hold"/>
                                        <p:tgtEl>
                                          <p:spTgt spid="31"/>
                                        </p:tgtEl>
                                        <p:attrNameLst>
                                          <p:attrName>ppt_w</p:attrName>
                                        </p:attrNameLst>
                                      </p:cBhvr>
                                      <p:tavLst>
                                        <p:tav tm="0">
                                          <p:val>
                                            <p:fltVal val="0"/>
                                          </p:val>
                                        </p:tav>
                                        <p:tav tm="100000">
                                          <p:val>
                                            <p:strVal val="#ppt_w"/>
                                          </p:val>
                                        </p:tav>
                                      </p:tavLst>
                                    </p:anim>
                                    <p:anim calcmode="lin" valueType="num">
                                      <p:cBhvr>
                                        <p:cTn id="145" dur="450" decel="100000" fill="hold"/>
                                        <p:tgtEl>
                                          <p:spTgt spid="31"/>
                                        </p:tgtEl>
                                        <p:attrNameLst>
                                          <p:attrName>ppt_h</p:attrName>
                                        </p:attrNameLst>
                                      </p:cBhvr>
                                      <p:tavLst>
                                        <p:tav tm="0">
                                          <p:val>
                                            <p:fltVal val="0"/>
                                          </p:val>
                                        </p:tav>
                                        <p:tav tm="100000">
                                          <p:val>
                                            <p:strVal val="#ppt_h"/>
                                          </p:val>
                                        </p:tav>
                                      </p:tavLst>
                                    </p:anim>
                                    <p:animEffect transition="in" filter="fade">
                                      <p:cBhvr>
                                        <p:cTn id="146" dur="450"/>
                                        <p:tgtEl>
                                          <p:spTgt spid="31"/>
                                        </p:tgtEl>
                                      </p:cBhvr>
                                    </p:animEffect>
                                  </p:childTnLst>
                                </p:cTn>
                              </p:par>
                              <p:par>
                                <p:cTn id="147" presetID="53" presetClass="entr" presetSubtype="16" fill="hold" nodeType="withEffect">
                                  <p:stCondLst>
                                    <p:cond delay="99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450" decel="100000" fill="hold"/>
                                        <p:tgtEl>
                                          <p:spTgt spid="32"/>
                                        </p:tgtEl>
                                        <p:attrNameLst>
                                          <p:attrName>ppt_w</p:attrName>
                                        </p:attrNameLst>
                                      </p:cBhvr>
                                      <p:tavLst>
                                        <p:tav tm="0">
                                          <p:val>
                                            <p:fltVal val="0"/>
                                          </p:val>
                                        </p:tav>
                                        <p:tav tm="100000">
                                          <p:val>
                                            <p:strVal val="#ppt_w"/>
                                          </p:val>
                                        </p:tav>
                                      </p:tavLst>
                                    </p:anim>
                                    <p:anim calcmode="lin" valueType="num">
                                      <p:cBhvr>
                                        <p:cTn id="150" dur="450" decel="100000" fill="hold"/>
                                        <p:tgtEl>
                                          <p:spTgt spid="32"/>
                                        </p:tgtEl>
                                        <p:attrNameLst>
                                          <p:attrName>ppt_h</p:attrName>
                                        </p:attrNameLst>
                                      </p:cBhvr>
                                      <p:tavLst>
                                        <p:tav tm="0">
                                          <p:val>
                                            <p:fltVal val="0"/>
                                          </p:val>
                                        </p:tav>
                                        <p:tav tm="100000">
                                          <p:val>
                                            <p:strVal val="#ppt_h"/>
                                          </p:val>
                                        </p:tav>
                                      </p:tavLst>
                                    </p:anim>
                                    <p:animEffect transition="in" filter="fade">
                                      <p:cBhvr>
                                        <p:cTn id="151" dur="450"/>
                                        <p:tgtEl>
                                          <p:spTgt spid="32"/>
                                        </p:tgtEl>
                                      </p:cBhvr>
                                    </p:animEffect>
                                  </p:childTnLst>
                                </p:cTn>
                              </p:par>
                              <p:par>
                                <p:cTn id="152" presetID="53" presetClass="entr" presetSubtype="16" fill="hold" nodeType="withEffect">
                                  <p:stCondLst>
                                    <p:cond delay="11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450" decel="100000" fill="hold"/>
                                        <p:tgtEl>
                                          <p:spTgt spid="33"/>
                                        </p:tgtEl>
                                        <p:attrNameLst>
                                          <p:attrName>ppt_w</p:attrName>
                                        </p:attrNameLst>
                                      </p:cBhvr>
                                      <p:tavLst>
                                        <p:tav tm="0">
                                          <p:val>
                                            <p:fltVal val="0"/>
                                          </p:val>
                                        </p:tav>
                                        <p:tav tm="100000">
                                          <p:val>
                                            <p:strVal val="#ppt_w"/>
                                          </p:val>
                                        </p:tav>
                                      </p:tavLst>
                                    </p:anim>
                                    <p:anim calcmode="lin" valueType="num">
                                      <p:cBhvr>
                                        <p:cTn id="155" dur="450" decel="100000" fill="hold"/>
                                        <p:tgtEl>
                                          <p:spTgt spid="33"/>
                                        </p:tgtEl>
                                        <p:attrNameLst>
                                          <p:attrName>ppt_h</p:attrName>
                                        </p:attrNameLst>
                                      </p:cBhvr>
                                      <p:tavLst>
                                        <p:tav tm="0">
                                          <p:val>
                                            <p:fltVal val="0"/>
                                          </p:val>
                                        </p:tav>
                                        <p:tav tm="100000">
                                          <p:val>
                                            <p:strVal val="#ppt_h"/>
                                          </p:val>
                                        </p:tav>
                                      </p:tavLst>
                                    </p:anim>
                                    <p:animEffect transition="in" filter="fade">
                                      <p:cBhvr>
                                        <p:cTn id="156"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5" grpId="0" animBg="1"/>
      <p:bldP spid="27" grpId="0" animBg="1"/>
      <p:bldP spid="29" grpId="0" animBg="1"/>
      <p:bldP spid="31" grpId="0" animBg="1"/>
      <p:bldP spid="33"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876</Words>
  <Application>Microsoft Office PowerPoint</Application>
  <PresentationFormat>Layar Lebar</PresentationFormat>
  <Paragraphs>94</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Materi yang Perlu Dimuat dalam RUU Profesi Kurator</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1</cp:revision>
  <dcterms:created xsi:type="dcterms:W3CDTF">2026-10-02T23:24:55Z</dcterms:created>
  <dcterms:modified xsi:type="dcterms:W3CDTF">2026-10-02T23:57:48Z</dcterms:modified>
</cp:coreProperties>
</file>